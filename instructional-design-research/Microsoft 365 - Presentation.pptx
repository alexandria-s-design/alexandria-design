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799" r:id="rId5"/>
    <p:sldMasterId id="2147484675" r:id="rId6"/>
    <p:sldMasterId id="2147484832" r:id="rId7"/>
  </p:sldMasterIdLst>
  <p:notesMasterIdLst>
    <p:notesMasterId r:id="rId25"/>
  </p:notesMasterIdLst>
  <p:handoutMasterIdLst>
    <p:handoutMasterId r:id="rId26"/>
  </p:handoutMasterIdLst>
  <p:sldIdLst>
    <p:sldId id="2011" r:id="rId8"/>
    <p:sldId id="2012" r:id="rId9"/>
    <p:sldId id="1997" r:id="rId10"/>
    <p:sldId id="2014" r:id="rId11"/>
    <p:sldId id="2049" r:id="rId12"/>
    <p:sldId id="2063" r:id="rId13"/>
    <p:sldId id="2064" r:id="rId14"/>
    <p:sldId id="2039" r:id="rId15"/>
    <p:sldId id="2050" r:id="rId16"/>
    <p:sldId id="2052" r:id="rId17"/>
    <p:sldId id="2051" r:id="rId18"/>
    <p:sldId id="2061" r:id="rId19"/>
    <p:sldId id="2058" r:id="rId20"/>
    <p:sldId id="2056" r:id="rId21"/>
    <p:sldId id="2062" r:id="rId22"/>
    <p:sldId id="2060" r:id="rId23"/>
    <p:sldId id="2005" r:id="rId24"/>
  </p:sldIdLst>
  <p:sldSz cx="12192000" cy="6858000"/>
  <p:notesSz cx="6858000" cy="9144000"/>
  <p:custDataLst>
    <p:tags r:id="rId27"/>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Hidden tips" id="{74F64C58-BB67-4D2D-893D-8C86FCBF43AD}">
          <p14:sldIdLst>
            <p14:sldId id="2011"/>
            <p14:sldId id="2012"/>
          </p14:sldIdLst>
        </p14:section>
        <p14:section name="Presentation" id="{97895DCC-93E6-4F43-AB15-C006846D310A}">
          <p14:sldIdLst>
            <p14:sldId id="1997"/>
            <p14:sldId id="2014"/>
            <p14:sldId id="2049"/>
            <p14:sldId id="2063"/>
            <p14:sldId id="2064"/>
            <p14:sldId id="2039"/>
            <p14:sldId id="2050"/>
            <p14:sldId id="2052"/>
            <p14:sldId id="2051"/>
            <p14:sldId id="2061"/>
            <p14:sldId id="2058"/>
            <p14:sldId id="2056"/>
            <p14:sldId id="2062"/>
            <p14:sldId id="2060"/>
            <p14:sldId id="200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Miriam Bookey" initials="MB" lastIdx="4" clrIdx="5">
    <p:extLst>
      <p:ext uri="{19B8F6BF-5375-455C-9EA6-DF929625EA0E}">
        <p15:presenceInfo xmlns:p15="http://schemas.microsoft.com/office/powerpoint/2012/main" userId="S::miriam@program11.com::da0c8b69-c6c4-4bdf-b7d0-97419afaa6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E6FF"/>
    <a:srgbClr val="243A5F"/>
    <a:srgbClr val="203C5D"/>
    <a:srgbClr val="739FC8"/>
    <a:srgbClr val="0178D4"/>
    <a:srgbClr val="63437F"/>
    <a:srgbClr val="7A6A98"/>
    <a:srgbClr val="243A5E"/>
    <a:srgbClr val="44546A"/>
    <a:srgbClr val="4253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E40B99-8480-4BD9-8520-F9ECDE91CBB6}" v="4" dt="2020-10-02T00:07:13.319"/>
    <p1510:client id="{65A87907-342B-4A82-8E18-3726E54DE2A6}" v="18" dt="2020-10-23T09:41:23.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5"/>
    <p:restoredTop sz="73103" autoAdjust="0"/>
  </p:normalViewPr>
  <p:slideViewPr>
    <p:cSldViewPr snapToGrid="0">
      <p:cViewPr varScale="1">
        <p:scale>
          <a:sx n="90" d="100"/>
          <a:sy n="90" d="100"/>
        </p:scale>
        <p:origin x="336" y="9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34"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commentAuthors" Target="commen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es and Marie Martin" userId="S::dcmm_program11.com#ext#@microsoft.onmicrosoft.com::9db5dc6c-d040-4386-ba5c-be184e7a7528" providerId="AD" clId="Web-{65A87907-342B-4A82-8E18-3726E54DE2A6}"/>
    <pc:docChg chg="modSld">
      <pc:chgData name="Charles and Marie Martin" userId="S::dcmm_program11.com#ext#@microsoft.onmicrosoft.com::9db5dc6c-d040-4386-ba5c-be184e7a7528" providerId="AD" clId="Web-{65A87907-342B-4A82-8E18-3726E54DE2A6}" dt="2020-10-23T09:41:23.332" v="17"/>
      <pc:docMkLst>
        <pc:docMk/>
      </pc:docMkLst>
      <pc:sldChg chg="modSp">
        <pc:chgData name="Charles and Marie Martin" userId="S::dcmm_program11.com#ext#@microsoft.onmicrosoft.com::9db5dc6c-d040-4386-ba5c-be184e7a7528" providerId="AD" clId="Web-{65A87907-342B-4A82-8E18-3726E54DE2A6}" dt="2020-10-23T09:33:10.426" v="0"/>
        <pc:sldMkLst>
          <pc:docMk/>
          <pc:sldMk cId="81977734" sldId="1997"/>
        </pc:sldMkLst>
        <pc:picChg chg="mod">
          <ac:chgData name="Charles and Marie Martin" userId="S::dcmm_program11.com#ext#@microsoft.onmicrosoft.com::9db5dc6c-d040-4386-ba5c-be184e7a7528" providerId="AD" clId="Web-{65A87907-342B-4A82-8E18-3726E54DE2A6}" dt="2020-10-23T09:33:10.426" v="0"/>
          <ac:picMkLst>
            <pc:docMk/>
            <pc:sldMk cId="81977734" sldId="1997"/>
            <ac:picMk id="11" creationId="{CCA67346-FA7F-49B0-B847-1B2901684F14}"/>
          </ac:picMkLst>
        </pc:picChg>
      </pc:sldChg>
      <pc:sldChg chg="modSp">
        <pc:chgData name="Charles and Marie Martin" userId="S::dcmm_program11.com#ext#@microsoft.onmicrosoft.com::9db5dc6c-d040-4386-ba5c-be184e7a7528" providerId="AD" clId="Web-{65A87907-342B-4A82-8E18-3726E54DE2A6}" dt="2020-10-23T09:41:23.332" v="17"/>
        <pc:sldMkLst>
          <pc:docMk/>
          <pc:sldMk cId="1192713014" sldId="2005"/>
        </pc:sldMkLst>
        <pc:picChg chg="mod">
          <ac:chgData name="Charles and Marie Martin" userId="S::dcmm_program11.com#ext#@microsoft.onmicrosoft.com::9db5dc6c-d040-4386-ba5c-be184e7a7528" providerId="AD" clId="Web-{65A87907-342B-4A82-8E18-3726E54DE2A6}" dt="2020-10-23T09:41:23.332" v="17"/>
          <ac:picMkLst>
            <pc:docMk/>
            <pc:sldMk cId="1192713014" sldId="2005"/>
            <ac:picMk id="10" creationId="{A3CF9A75-5655-4BF8-B77C-19DA154F280B}"/>
          </ac:picMkLst>
        </pc:picChg>
      </pc:sldChg>
      <pc:sldChg chg="modSp">
        <pc:chgData name="Charles and Marie Martin" userId="S::dcmm_program11.com#ext#@microsoft.onmicrosoft.com::9db5dc6c-d040-4386-ba5c-be184e7a7528" providerId="AD" clId="Web-{65A87907-342B-4A82-8E18-3726E54DE2A6}" dt="2020-10-23T09:33:54.958" v="1"/>
        <pc:sldMkLst>
          <pc:docMk/>
          <pc:sldMk cId="4259316820" sldId="2014"/>
        </pc:sldMkLst>
        <pc:picChg chg="mod">
          <ac:chgData name="Charles and Marie Martin" userId="S::dcmm_program11.com#ext#@microsoft.onmicrosoft.com::9db5dc6c-d040-4386-ba5c-be184e7a7528" providerId="AD" clId="Web-{65A87907-342B-4A82-8E18-3726E54DE2A6}" dt="2020-10-23T09:33:54.958" v="1"/>
          <ac:picMkLst>
            <pc:docMk/>
            <pc:sldMk cId="4259316820" sldId="2014"/>
            <ac:picMk id="12" creationId="{99EBC7D2-19EC-4672-A990-D12BD06226A3}"/>
          </ac:picMkLst>
        </pc:picChg>
      </pc:sldChg>
      <pc:sldChg chg="modSp">
        <pc:chgData name="Charles and Marie Martin" userId="S::dcmm_program11.com#ext#@microsoft.onmicrosoft.com::9db5dc6c-d040-4386-ba5c-be184e7a7528" providerId="AD" clId="Web-{65A87907-342B-4A82-8E18-3726E54DE2A6}" dt="2020-10-23T09:36:03.698" v="4"/>
        <pc:sldMkLst>
          <pc:docMk/>
          <pc:sldMk cId="2467959766" sldId="2039"/>
        </pc:sldMkLst>
        <pc:picChg chg="mod">
          <ac:chgData name="Charles and Marie Martin" userId="S::dcmm_program11.com#ext#@microsoft.onmicrosoft.com::9db5dc6c-d040-4386-ba5c-be184e7a7528" providerId="AD" clId="Web-{65A87907-342B-4A82-8E18-3726E54DE2A6}" dt="2020-10-23T09:36:03.698" v="4"/>
          <ac:picMkLst>
            <pc:docMk/>
            <pc:sldMk cId="2467959766" sldId="2039"/>
            <ac:picMk id="9" creationId="{7CD6D031-F02D-4F54-B774-B6E8C7729D57}"/>
          </ac:picMkLst>
        </pc:picChg>
      </pc:sldChg>
      <pc:sldChg chg="modSp">
        <pc:chgData name="Charles and Marie Martin" userId="S::dcmm_program11.com#ext#@microsoft.onmicrosoft.com::9db5dc6c-d040-4386-ba5c-be184e7a7528" providerId="AD" clId="Web-{65A87907-342B-4A82-8E18-3726E54DE2A6}" dt="2020-10-23T09:36:43.324" v="5"/>
        <pc:sldMkLst>
          <pc:docMk/>
          <pc:sldMk cId="1633333967" sldId="2050"/>
        </pc:sldMkLst>
        <pc:picChg chg="mod">
          <ac:chgData name="Charles and Marie Martin" userId="S::dcmm_program11.com#ext#@microsoft.onmicrosoft.com::9db5dc6c-d040-4386-ba5c-be184e7a7528" providerId="AD" clId="Web-{65A87907-342B-4A82-8E18-3726E54DE2A6}" dt="2020-10-23T09:36:43.324" v="5"/>
          <ac:picMkLst>
            <pc:docMk/>
            <pc:sldMk cId="1633333967" sldId="2050"/>
            <ac:picMk id="10" creationId="{F2959524-4B41-4E04-B613-BF258AE95BD8}"/>
          </ac:picMkLst>
        </pc:picChg>
      </pc:sldChg>
      <pc:sldChg chg="modSp">
        <pc:chgData name="Charles and Marie Martin" userId="S::dcmm_program11.com#ext#@microsoft.onmicrosoft.com::9db5dc6c-d040-4386-ba5c-be184e7a7528" providerId="AD" clId="Web-{65A87907-342B-4A82-8E18-3726E54DE2A6}" dt="2020-10-23T09:37:51.717" v="8"/>
        <pc:sldMkLst>
          <pc:docMk/>
          <pc:sldMk cId="1457291839" sldId="2051"/>
        </pc:sldMkLst>
        <pc:picChg chg="mod">
          <ac:chgData name="Charles and Marie Martin" userId="S::dcmm_program11.com#ext#@microsoft.onmicrosoft.com::9db5dc6c-d040-4386-ba5c-be184e7a7528" providerId="AD" clId="Web-{65A87907-342B-4A82-8E18-3726E54DE2A6}" dt="2020-10-23T09:37:51.717" v="8"/>
          <ac:picMkLst>
            <pc:docMk/>
            <pc:sldMk cId="1457291839" sldId="2051"/>
            <ac:picMk id="6" creationId="{A1B53B72-3887-474C-A800-6B88F082B001}"/>
          </ac:picMkLst>
        </pc:picChg>
      </pc:sldChg>
      <pc:sldChg chg="modSp">
        <pc:chgData name="Charles and Marie Martin" userId="S::dcmm_program11.com#ext#@microsoft.onmicrosoft.com::9db5dc6c-d040-4386-ba5c-be184e7a7528" providerId="AD" clId="Web-{65A87907-342B-4A82-8E18-3726E54DE2A6}" dt="2020-10-23T09:37:22.482" v="7"/>
        <pc:sldMkLst>
          <pc:docMk/>
          <pc:sldMk cId="2901169271" sldId="2052"/>
        </pc:sldMkLst>
        <pc:picChg chg="mod">
          <ac:chgData name="Charles and Marie Martin" userId="S::dcmm_program11.com#ext#@microsoft.onmicrosoft.com::9db5dc6c-d040-4386-ba5c-be184e7a7528" providerId="AD" clId="Web-{65A87907-342B-4A82-8E18-3726E54DE2A6}" dt="2020-10-23T09:37:22.482" v="7"/>
          <ac:picMkLst>
            <pc:docMk/>
            <pc:sldMk cId="2901169271" sldId="2052"/>
            <ac:picMk id="7" creationId="{4BDF5761-5F3E-4878-9789-7F1EB9F47D89}"/>
          </ac:picMkLst>
        </pc:picChg>
      </pc:sldChg>
      <pc:sldChg chg="modSp">
        <pc:chgData name="Charles and Marie Martin" userId="S::dcmm_program11.com#ext#@microsoft.onmicrosoft.com::9db5dc6c-d040-4386-ba5c-be184e7a7528" providerId="AD" clId="Web-{65A87907-342B-4A82-8E18-3726E54DE2A6}" dt="2020-10-23T09:39:41.064" v="13"/>
        <pc:sldMkLst>
          <pc:docMk/>
          <pc:sldMk cId="2710049080" sldId="2056"/>
        </pc:sldMkLst>
        <pc:picChg chg="mod">
          <ac:chgData name="Charles and Marie Martin" userId="S::dcmm_program11.com#ext#@microsoft.onmicrosoft.com::9db5dc6c-d040-4386-ba5c-be184e7a7528" providerId="AD" clId="Web-{65A87907-342B-4A82-8E18-3726E54DE2A6}" dt="2020-10-23T09:39:41.064" v="13"/>
          <ac:picMkLst>
            <pc:docMk/>
            <pc:sldMk cId="2710049080" sldId="2056"/>
            <ac:picMk id="57" creationId="{5A0E1E6F-2E80-427C-AC40-51DFE3D8E0DF}"/>
          </ac:picMkLst>
        </pc:picChg>
      </pc:sldChg>
      <pc:sldChg chg="modSp">
        <pc:chgData name="Charles and Marie Martin" userId="S::dcmm_program11.com#ext#@microsoft.onmicrosoft.com::9db5dc6c-d040-4386-ba5c-be184e7a7528" providerId="AD" clId="Web-{65A87907-342B-4A82-8E18-3726E54DE2A6}" dt="2020-10-23T09:39:15.016" v="11"/>
        <pc:sldMkLst>
          <pc:docMk/>
          <pc:sldMk cId="3016698613" sldId="2058"/>
        </pc:sldMkLst>
        <pc:picChg chg="mod">
          <ac:chgData name="Charles and Marie Martin" userId="S::dcmm_program11.com#ext#@microsoft.onmicrosoft.com::9db5dc6c-d040-4386-ba5c-be184e7a7528" providerId="AD" clId="Web-{65A87907-342B-4A82-8E18-3726E54DE2A6}" dt="2020-10-23T09:39:15.016" v="11"/>
          <ac:picMkLst>
            <pc:docMk/>
            <pc:sldMk cId="3016698613" sldId="2058"/>
            <ac:picMk id="12" creationId="{9EC20DC5-DA11-403C-AFB6-21C416482F47}"/>
          </ac:picMkLst>
        </pc:picChg>
      </pc:sldChg>
      <pc:sldChg chg="modSp">
        <pc:chgData name="Charles and Marie Martin" userId="S::dcmm_program11.com#ext#@microsoft.onmicrosoft.com::9db5dc6c-d040-4386-ba5c-be184e7a7528" providerId="AD" clId="Web-{65A87907-342B-4A82-8E18-3726E54DE2A6}" dt="2020-10-23T09:38:40.062" v="9"/>
        <pc:sldMkLst>
          <pc:docMk/>
          <pc:sldMk cId="804572109" sldId="2061"/>
        </pc:sldMkLst>
        <pc:picChg chg="mod">
          <ac:chgData name="Charles and Marie Martin" userId="S::dcmm_program11.com#ext#@microsoft.onmicrosoft.com::9db5dc6c-d040-4386-ba5c-be184e7a7528" providerId="AD" clId="Web-{65A87907-342B-4A82-8E18-3726E54DE2A6}" dt="2020-10-23T09:38:40.062" v="9"/>
          <ac:picMkLst>
            <pc:docMk/>
            <pc:sldMk cId="804572109" sldId="2061"/>
            <ac:picMk id="5" creationId="{8B7305C2-34AA-4708-BC45-CCD26BFB0A6C}"/>
          </ac:picMkLst>
        </pc:picChg>
      </pc:sldChg>
      <pc:sldChg chg="modSp">
        <pc:chgData name="Charles and Marie Martin" userId="S::dcmm_program11.com#ext#@microsoft.onmicrosoft.com::9db5dc6c-d040-4386-ba5c-be184e7a7528" providerId="AD" clId="Web-{65A87907-342B-4A82-8E18-3726E54DE2A6}" dt="2020-10-23T09:40:12.127" v="15"/>
        <pc:sldMkLst>
          <pc:docMk/>
          <pc:sldMk cId="4125448405" sldId="2062"/>
        </pc:sldMkLst>
        <pc:picChg chg="mod">
          <ac:chgData name="Charles and Marie Martin" userId="S::dcmm_program11.com#ext#@microsoft.onmicrosoft.com::9db5dc6c-d040-4386-ba5c-be184e7a7528" providerId="AD" clId="Web-{65A87907-342B-4A82-8E18-3726E54DE2A6}" dt="2020-10-23T09:40:12.127" v="15"/>
          <ac:picMkLst>
            <pc:docMk/>
            <pc:sldMk cId="4125448405" sldId="2062"/>
            <ac:picMk id="29" creationId="{D6CB4A72-81F5-4736-8A2D-2F84D4551D20}"/>
          </ac:picMkLst>
        </pc:picChg>
      </pc:sldChg>
      <pc:sldChg chg="modSp">
        <pc:chgData name="Charles and Marie Martin" userId="S::dcmm_program11.com#ext#@microsoft.onmicrosoft.com::9db5dc6c-d040-4386-ba5c-be184e7a7528" providerId="AD" clId="Web-{65A87907-342B-4A82-8E18-3726E54DE2A6}" dt="2020-10-23T09:34:42.881" v="2"/>
        <pc:sldMkLst>
          <pc:docMk/>
          <pc:sldMk cId="1457524935" sldId="2063"/>
        </pc:sldMkLst>
        <pc:picChg chg="mod">
          <ac:chgData name="Charles and Marie Martin" userId="S::dcmm_program11.com#ext#@microsoft.onmicrosoft.com::9db5dc6c-d040-4386-ba5c-be184e7a7528" providerId="AD" clId="Web-{65A87907-342B-4A82-8E18-3726E54DE2A6}" dt="2020-10-23T09:34:42.881" v="2"/>
          <ac:picMkLst>
            <pc:docMk/>
            <pc:sldMk cId="1457524935" sldId="2063"/>
            <ac:picMk id="4" creationId="{A1403307-F4CC-496D-8D29-90EF11B9C101}"/>
          </ac:picMkLst>
        </pc:picChg>
      </pc:sldChg>
      <pc:sldChg chg="modSp">
        <pc:chgData name="Charles and Marie Martin" userId="S::dcmm_program11.com#ext#@microsoft.onmicrosoft.com::9db5dc6c-d040-4386-ba5c-be184e7a7528" providerId="AD" clId="Web-{65A87907-342B-4A82-8E18-3726E54DE2A6}" dt="2020-10-23T09:35:27.773" v="3"/>
        <pc:sldMkLst>
          <pc:docMk/>
          <pc:sldMk cId="2206052222" sldId="2064"/>
        </pc:sldMkLst>
        <pc:picChg chg="mod">
          <ac:chgData name="Charles and Marie Martin" userId="S::dcmm_program11.com#ext#@microsoft.onmicrosoft.com::9db5dc6c-d040-4386-ba5c-be184e7a7528" providerId="AD" clId="Web-{65A87907-342B-4A82-8E18-3726E54DE2A6}" dt="2020-10-23T09:35:27.773" v="3"/>
          <ac:picMkLst>
            <pc:docMk/>
            <pc:sldMk cId="2206052222" sldId="2064"/>
            <ac:picMk id="5" creationId="{74E24CEE-F997-4993-AD95-E8A9A2A015E9}"/>
          </ac:picMkLst>
        </pc:picChg>
      </pc:sldChg>
    </pc:docChg>
  </pc:docChgLst>
  <pc:docChgLst>
    <pc:chgData name="Charles and Marie Martin" userId="S::dcmm_program11.com#ext#@microsoft.onmicrosoft.com::9db5dc6c-d040-4386-ba5c-be184e7a7528" providerId="AD" clId="Web-{13E40B99-8480-4BD9-8520-F9ECDE91CBB6}"/>
    <pc:docChg chg="modSld">
      <pc:chgData name="Charles and Marie Martin" userId="S::dcmm_program11.com#ext#@microsoft.onmicrosoft.com::9db5dc6c-d040-4386-ba5c-be184e7a7528" providerId="AD" clId="Web-{13E40B99-8480-4BD9-8520-F9ECDE91CBB6}" dt="2020-10-02T00:07:13.304" v="3"/>
      <pc:docMkLst>
        <pc:docMk/>
      </pc:docMkLst>
      <pc:sldChg chg="modSp">
        <pc:chgData name="Charles and Marie Martin" userId="S::dcmm_program11.com#ext#@microsoft.onmicrosoft.com::9db5dc6c-d040-4386-ba5c-be184e7a7528" providerId="AD" clId="Web-{13E40B99-8480-4BD9-8520-F9ECDE91CBB6}" dt="2020-10-02T00:07:13.304" v="3"/>
        <pc:sldMkLst>
          <pc:docMk/>
          <pc:sldMk cId="315575307" sldId="2049"/>
        </pc:sldMkLst>
        <pc:picChg chg="mod">
          <ac:chgData name="Charles and Marie Martin" userId="S::dcmm_program11.com#ext#@microsoft.onmicrosoft.com::9db5dc6c-d040-4386-ba5c-be184e7a7528" providerId="AD" clId="Web-{13E40B99-8480-4BD9-8520-F9ECDE91CBB6}" dt="2020-10-02T00:07:13.304" v="3"/>
          <ac:picMkLst>
            <pc:docMk/>
            <pc:sldMk cId="315575307" sldId="2049"/>
            <ac:picMk id="13" creationId="{02D2646F-7BC3-4BAE-AE2E-F1FA6FDE435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10/23/2020 2:33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10/23/2020 2:31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3752FB-416A-4338-AD99-348EDEA47D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3693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3752FB-416A-4338-AD99-348EDEA47D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0719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882" b="1" i="0" u="none" strike="noStrike" kern="1200" dirty="0">
                <a:solidFill>
                  <a:schemeClr val="tx1"/>
                </a:solidFill>
                <a:effectLst/>
                <a:latin typeface="Segoe UI" panose="020B0502040204020203" pitchFamily="34" charset="0"/>
                <a:ea typeface="+mn-ea"/>
                <a:cs typeface="+mn-cs"/>
              </a:rPr>
              <a:t>Say:</a:t>
            </a:r>
            <a:r>
              <a:rPr lang="en-US" sz="882" b="0" i="0" u="none" strike="noStrike" kern="1200" dirty="0">
                <a:solidFill>
                  <a:schemeClr val="tx1"/>
                </a:solidFill>
                <a:effectLst/>
                <a:latin typeface="Segoe UI" panose="020B0502040204020203" pitchFamily="34" charset="0"/>
                <a:ea typeface="+mn-ea"/>
                <a:cs typeface="+mn-cs"/>
              </a:rPr>
              <a:t> Hi everyone, thanks for joining us! My name is __________. I will be your trainer today. Let’s take a quick pause in our day to be mindful of our day so far. Please click on the link to the poll in Microsoft Forms to share anonymously the emotion you feel right now: Excited, Happy, Calm, Overwhelmed, or Frustrated.</a:t>
            </a:r>
            <a:endParaRPr lang="en-US" sz="800" b="0" i="0" dirty="0">
              <a:effectLst/>
            </a:endParaRPr>
          </a:p>
          <a:p>
            <a:pPr rtl="0" fontAlgn="base"/>
            <a:r>
              <a:rPr lang="en-US" sz="882" b="0" i="0" u="none" strike="noStrike" kern="1200" dirty="0">
                <a:solidFill>
                  <a:schemeClr val="tx1"/>
                </a:solidFill>
                <a:effectLst/>
                <a:latin typeface="Segoe UI" panose="020B0502040204020203" pitchFamily="34" charset="0"/>
                <a:ea typeface="+mn-ea"/>
                <a:cs typeface="+mn-cs"/>
              </a:rPr>
              <a:t>​</a:t>
            </a:r>
            <a:r>
              <a:rPr lang="en-US" sz="882" b="0" i="0" dirty="0">
                <a:effectLst/>
                <a:latin typeface="Segoe UI" panose="020B0502040204020203" pitchFamily="34" charset="0"/>
              </a:rPr>
              <a:t>​</a:t>
            </a:r>
            <a:br>
              <a:rPr lang="en-US" sz="882" b="0" i="0" dirty="0">
                <a:effectLst/>
                <a:latin typeface="Segoe UI" panose="020B0502040204020203" pitchFamily="34" charset="0"/>
              </a:rPr>
            </a:br>
            <a:r>
              <a:rPr lang="en-US" sz="882" b="0" i="0" u="none" strike="noStrike" kern="1200" dirty="0">
                <a:solidFill>
                  <a:schemeClr val="tx1"/>
                </a:solidFill>
                <a:effectLst/>
                <a:latin typeface="Segoe UI" panose="020B0502040204020203" pitchFamily="34" charset="0"/>
                <a:ea typeface="+mn-ea"/>
                <a:cs typeface="+mn-cs"/>
              </a:rPr>
              <a:t>(After the poll)​</a:t>
            </a:r>
            <a:r>
              <a:rPr lang="en-US" sz="882" b="0" i="0" dirty="0">
                <a:effectLst/>
                <a:latin typeface="Segoe UI" panose="020B0502040204020203" pitchFamily="34" charset="0"/>
              </a:rPr>
              <a:t>​</a:t>
            </a:r>
            <a:br>
              <a:rPr lang="en-US" sz="882" b="0" i="0" dirty="0">
                <a:effectLst/>
                <a:latin typeface="Segoe UI" panose="020B0502040204020203" pitchFamily="34" charset="0"/>
              </a:rPr>
            </a:br>
            <a:r>
              <a:rPr lang="en-US" sz="882" b="0" i="0" u="none" strike="noStrike" kern="1200" dirty="0">
                <a:solidFill>
                  <a:schemeClr val="tx1"/>
                </a:solidFill>
                <a:effectLst/>
                <a:latin typeface="Segoe UI" panose="020B0502040204020203" pitchFamily="34" charset="0"/>
                <a:ea typeface="+mn-ea"/>
                <a:cs typeface="+mn-cs"/>
              </a:rPr>
              <a:t>​</a:t>
            </a:r>
            <a:r>
              <a:rPr lang="en-US" sz="882" b="0" i="0" dirty="0">
                <a:effectLst/>
                <a:latin typeface="Segoe UI" panose="020B0502040204020203" pitchFamily="34" charset="0"/>
              </a:rPr>
              <a:t>​</a:t>
            </a:r>
            <a:br>
              <a:rPr lang="en-US" sz="882" b="0" i="0" dirty="0">
                <a:effectLst/>
                <a:latin typeface="Segoe UI" panose="020B0502040204020203" pitchFamily="34" charset="0"/>
              </a:rPr>
            </a:br>
            <a:r>
              <a:rPr lang="en-US" sz="882" b="0" i="0" u="none" strike="noStrike" kern="1200" dirty="0">
                <a:solidFill>
                  <a:schemeClr val="tx1"/>
                </a:solidFill>
                <a:effectLst/>
                <a:latin typeface="Segoe UI" panose="020B0502040204020203" pitchFamily="34" charset="0"/>
                <a:ea typeface="+mn-ea"/>
                <a:cs typeface="+mn-cs"/>
              </a:rPr>
              <a:t>Thank you for your responses. Many of you feel _________ right now. I will be mindful of this poll as we are working together today. </a:t>
            </a:r>
            <a:r>
              <a:rPr lang="en-US" sz="882" b="1" i="0" u="none" strike="noStrike" kern="1200" dirty="0">
                <a:solidFill>
                  <a:schemeClr val="tx1"/>
                </a:solidFill>
                <a:effectLst/>
                <a:latin typeface="Segoe UI" panose="020B0502040204020203" pitchFamily="34" charset="0"/>
                <a:ea typeface="+mn-ea"/>
                <a:cs typeface="+mn-cs"/>
              </a:rPr>
              <a:t>(**Review Note in "DO" section)</a:t>
            </a:r>
            <a:r>
              <a:rPr lang="en-US" sz="882" b="0" i="0" u="none" strike="noStrike" kern="1200" dirty="0">
                <a:solidFill>
                  <a:schemeClr val="tx1"/>
                </a:solidFill>
                <a:effectLst/>
                <a:latin typeface="Segoe UI" panose="020B0502040204020203" pitchFamily="34" charset="0"/>
                <a:ea typeface="+mn-ea"/>
                <a:cs typeface="+mn-cs"/>
              </a:rPr>
              <a:t>​</a:t>
            </a:r>
            <a:r>
              <a:rPr lang="en-US" sz="882" b="0" i="0" dirty="0">
                <a:effectLst/>
                <a:latin typeface="Segoe UI" panose="020B0502040204020203" pitchFamily="34" charset="0"/>
              </a:rPr>
              <a:t>​</a:t>
            </a:r>
            <a:endParaRPr lang="en-US" sz="800" b="0" i="0" dirty="0">
              <a:effectLst/>
            </a:endParaRPr>
          </a:p>
          <a:p>
            <a:pPr rtl="0" fontAlgn="base"/>
            <a:r>
              <a:rPr lang="en-US" sz="882" b="0" i="0" u="none" strike="noStrike" kern="1200" dirty="0">
                <a:solidFill>
                  <a:schemeClr val="tx1"/>
                </a:solidFill>
                <a:effectLst/>
                <a:latin typeface="Segoe UI" panose="020B0502040204020203" pitchFamily="34" charset="0"/>
                <a:ea typeface="+mn-ea"/>
                <a:cs typeface="+mn-cs"/>
              </a:rPr>
              <a:t>​</a:t>
            </a:r>
            <a:r>
              <a:rPr lang="en-US" sz="882" b="0" i="0" dirty="0">
                <a:effectLst/>
                <a:latin typeface="Segoe UI" panose="020B0502040204020203" pitchFamily="34" charset="0"/>
              </a:rPr>
              <a:t>​</a:t>
            </a:r>
            <a:endParaRPr lang="en-US" sz="800" b="0" i="0" dirty="0">
              <a:effectLst/>
            </a:endParaRPr>
          </a:p>
          <a:p>
            <a:pPr rtl="0" fontAlgn="base"/>
            <a:r>
              <a:rPr lang="en-US" sz="882" b="1" i="0" u="none" strike="noStrike" kern="1200" dirty="0">
                <a:solidFill>
                  <a:schemeClr val="tx1"/>
                </a:solidFill>
                <a:effectLst/>
                <a:latin typeface="Segoe UI" panose="020B0502040204020203" pitchFamily="34" charset="0"/>
                <a:ea typeface="+mn-ea"/>
                <a:cs typeface="+mn-cs"/>
              </a:rPr>
              <a:t>Do:</a:t>
            </a:r>
            <a:r>
              <a:rPr lang="en-US" sz="882" b="0" i="0" u="none" strike="noStrike" kern="1200" dirty="0">
                <a:solidFill>
                  <a:schemeClr val="tx1"/>
                </a:solidFill>
                <a:effectLst/>
                <a:latin typeface="Segoe UI" panose="020B0502040204020203" pitchFamily="34" charset="0"/>
                <a:ea typeface="+mn-ea"/>
                <a:cs typeface="+mn-cs"/>
              </a:rPr>
              <a:t> As participants arrive, confirm that all registration paperwork has been completed and that each participant has checked in and provided an email address. </a:t>
            </a:r>
            <a:r>
              <a:rPr lang="en-US" sz="882" b="0" i="0" dirty="0">
                <a:effectLst/>
                <a:latin typeface="Segoe UI" panose="020B0502040204020203" pitchFamily="34" charset="0"/>
              </a:rPr>
              <a:t>​</a:t>
            </a:r>
            <a:br>
              <a:rPr lang="en-US" sz="882" b="0" i="0" dirty="0">
                <a:effectLst/>
                <a:latin typeface="Segoe UI" panose="020B0502040204020203" pitchFamily="34" charset="0"/>
              </a:rPr>
            </a:br>
            <a:r>
              <a:rPr lang="en-US" sz="882" b="0" i="0" u="none" strike="noStrike" kern="1200" dirty="0">
                <a:solidFill>
                  <a:schemeClr val="tx1"/>
                </a:solidFill>
                <a:effectLst/>
                <a:latin typeface="Segoe UI" panose="020B0502040204020203" pitchFamily="34" charset="0"/>
                <a:ea typeface="+mn-ea"/>
                <a:cs typeface="+mn-cs"/>
              </a:rPr>
              <a:t>​Link to poll: http://aka.ms/howareyoufeeling </a:t>
            </a:r>
            <a:r>
              <a:rPr lang="en-US" sz="882" b="0" i="0" dirty="0">
                <a:effectLst/>
                <a:latin typeface="Segoe UI" panose="020B0502040204020203" pitchFamily="34" charset="0"/>
              </a:rPr>
              <a:t>​</a:t>
            </a:r>
            <a:br>
              <a:rPr lang="en-US" sz="882" b="0" i="0" dirty="0">
                <a:effectLst/>
                <a:latin typeface="Segoe UI" panose="020B0502040204020203" pitchFamily="34" charset="0"/>
              </a:rPr>
            </a:br>
            <a:r>
              <a:rPr lang="en-US" sz="882" b="0" i="0" u="none" strike="noStrike" kern="1200" dirty="0">
                <a:solidFill>
                  <a:schemeClr val="tx1"/>
                </a:solidFill>
                <a:effectLst/>
                <a:latin typeface="Segoe UI" panose="020B0502040204020203" pitchFamily="34" charset="0"/>
                <a:ea typeface="+mn-ea"/>
                <a:cs typeface="+mn-cs"/>
              </a:rPr>
              <a:t>​</a:t>
            </a:r>
            <a:r>
              <a:rPr lang="en-US" sz="882" b="0" i="0" dirty="0">
                <a:effectLst/>
                <a:latin typeface="Segoe UI" panose="020B0502040204020203" pitchFamily="34" charset="0"/>
              </a:rPr>
              <a:t>​</a:t>
            </a:r>
            <a:br>
              <a:rPr lang="en-US" sz="882" b="0" i="0" dirty="0">
                <a:effectLst/>
                <a:latin typeface="Segoe UI" panose="020B0502040204020203" pitchFamily="34" charset="0"/>
              </a:rPr>
            </a:br>
            <a:r>
              <a:rPr lang="en-US" sz="882" b="0" i="0" u="none" strike="noStrike" kern="1200" dirty="0">
                <a:solidFill>
                  <a:schemeClr val="tx1"/>
                </a:solidFill>
                <a:effectLst/>
                <a:latin typeface="Segoe UI" panose="020B0502040204020203" pitchFamily="34" charset="0"/>
                <a:ea typeface="+mn-ea"/>
                <a:cs typeface="+mn-cs"/>
              </a:rPr>
              <a:t>Have participants fill out the Microsoft Forms Poll Activity: How are you feeling today? Poll answers: Excited, Happy, Calm, Overwhelmed, Frustrated. Wait for responses and honor how participants feel. ​</a:t>
            </a:r>
            <a:r>
              <a:rPr lang="en-US" sz="882" b="0" i="0" dirty="0">
                <a:effectLst/>
                <a:latin typeface="Segoe UI" panose="020B0502040204020203" pitchFamily="34" charset="0"/>
              </a:rPr>
              <a:t>​</a:t>
            </a:r>
          </a:p>
          <a:p>
            <a:pPr rtl="0" fontAlgn="base"/>
            <a:br>
              <a:rPr lang="en-US" sz="882" b="0" i="0" dirty="0">
                <a:effectLst/>
                <a:latin typeface="Segoe UI" panose="020B0502040204020203" pitchFamily="34" charset="0"/>
              </a:rPr>
            </a:br>
            <a:r>
              <a:rPr lang="en-US" sz="882" b="1" i="0" u="none" strike="noStrike" kern="1200" dirty="0">
                <a:solidFill>
                  <a:schemeClr val="tx1"/>
                </a:solidFill>
                <a:effectLst/>
                <a:latin typeface="Segoe UI" panose="020B0502040204020203" pitchFamily="34" charset="0"/>
                <a:ea typeface="+mn-ea"/>
                <a:cs typeface="+mn-cs"/>
              </a:rPr>
              <a:t>**Note**</a:t>
            </a:r>
            <a:r>
              <a:rPr lang="en-US" sz="882" b="0" i="0" u="none" strike="noStrike" kern="1200" dirty="0">
                <a:solidFill>
                  <a:schemeClr val="tx1"/>
                </a:solidFill>
                <a:effectLst/>
                <a:latin typeface="Segoe UI" panose="020B0502040204020203" pitchFamily="34" charset="0"/>
                <a:ea typeface="+mn-ea"/>
                <a:cs typeface="+mn-cs"/>
              </a:rPr>
              <a:t> Review answers from the poll with grace and compassion, especially if people are overwhelmingly indicating that they are stressed, tense, "down", tired, etc. Express that the goal of the workshop is to alleviate stress. If they indicate overwhelming joy, awesome. Say we intend to make their day even BETTER!​</a:t>
            </a:r>
            <a:r>
              <a:rPr lang="en-US" sz="882" b="0" i="0" dirty="0">
                <a:effectLst/>
                <a:latin typeface="Segoe UI" panose="020B0502040204020203" pitchFamily="34" charset="0"/>
              </a:rPr>
              <a:t>​</a:t>
            </a:r>
            <a:endParaRPr lang="en-US" sz="800" b="0" i="0" dirty="0">
              <a:effectLst/>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047319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dirty="0">
                <a:latin typeface="Segoe UI"/>
                <a:cs typeface="Segoe UI"/>
              </a:rPr>
              <a:t>Say:</a:t>
            </a:r>
            <a:r>
              <a:rPr lang="en-US" sz="900" dirty="0">
                <a:latin typeface="Segoe UI"/>
                <a:cs typeface="Segoe UI"/>
              </a:rPr>
              <a:t> In our workshop today we will discuss </a:t>
            </a:r>
            <a:r>
              <a:rPr lang="en-US" sz="850" i="0" dirty="0">
                <a:latin typeface="Segoe UI"/>
                <a:cs typeface="Segoe UI"/>
              </a:rPr>
              <a:t>how Microsoft 365 applications can help students, educators and parents work together. The goal of this workshop is to:  Demonstrate different creative features of PowerPoint, Word, and OneNote that support students in many different areas of learning whether it is in person, online or hybrid. </a:t>
            </a:r>
            <a:r>
              <a:rPr lang="en-US" sz="850" b="0" i="0" kern="1200" dirty="0">
                <a:effectLst/>
                <a:latin typeface="Segoe UI"/>
                <a:cs typeface="Segoe UI"/>
              </a:rPr>
              <a:t>I am excited to show you</a:t>
            </a:r>
            <a:r>
              <a:rPr lang="en-US" sz="850" i="0" dirty="0">
                <a:latin typeface="Segoe UI"/>
                <a:cs typeface="Segoe UI"/>
              </a:rPr>
              <a:t> </a:t>
            </a:r>
            <a:r>
              <a:rPr lang="en-US" sz="850" b="0" i="0" kern="1200" dirty="0">
                <a:effectLst/>
                <a:latin typeface="Segoe UI"/>
                <a:cs typeface="Segoe UI"/>
              </a:rPr>
              <a:t>many </a:t>
            </a:r>
            <a:r>
              <a:rPr lang="en-US" sz="850" i="0" dirty="0">
                <a:latin typeface="Segoe UI"/>
                <a:cs typeface="Segoe UI"/>
              </a:rPr>
              <a:t>of the tools that Microsoft 365 </a:t>
            </a:r>
            <a:r>
              <a:rPr lang="en-US" sz="850" b="0" i="0" kern="1200" dirty="0">
                <a:effectLst/>
                <a:latin typeface="Segoe UI"/>
                <a:cs typeface="Segoe UI"/>
              </a:rPr>
              <a:t>has </a:t>
            </a:r>
            <a:r>
              <a:rPr lang="en-US" sz="850" i="0" dirty="0">
                <a:latin typeface="Segoe UI"/>
                <a:cs typeface="Segoe UI"/>
              </a:rPr>
              <a:t>available </a:t>
            </a:r>
            <a:r>
              <a:rPr lang="en-US" sz="850" b="0" i="0" kern="1200" dirty="0">
                <a:effectLst/>
                <a:latin typeface="Segoe UI"/>
                <a:cs typeface="Segoe UI"/>
              </a:rPr>
              <a:t>for</a:t>
            </a:r>
            <a:r>
              <a:rPr lang="en-US" sz="850" i="0" dirty="0">
                <a:latin typeface="Segoe UI"/>
                <a:cs typeface="Segoe UI"/>
              </a:rPr>
              <a:t> </a:t>
            </a:r>
            <a:r>
              <a:rPr lang="en-US" sz="850" b="0" i="0" kern="1200" dirty="0">
                <a:effectLst/>
                <a:latin typeface="Segoe UI"/>
                <a:cs typeface="Segoe UI"/>
              </a:rPr>
              <a:t>students.</a:t>
            </a:r>
            <a:endParaRPr lang="en-US" sz="850" i="0" dirty="0">
              <a:latin typeface="Segoe UI"/>
              <a:cs typeface="Segoe UI"/>
            </a:endParaRPr>
          </a:p>
          <a:p>
            <a:endParaRPr lang="en-US" sz="900" dirty="0">
              <a:latin typeface="Segoe UI"/>
              <a:cs typeface="Segoe UI"/>
            </a:endParaRPr>
          </a:p>
          <a:p>
            <a:r>
              <a:rPr lang="en-US" sz="900" b="1" dirty="0">
                <a:latin typeface="Segoe UI"/>
                <a:cs typeface="Segoe UI"/>
              </a:rPr>
              <a:t>Do: </a:t>
            </a:r>
            <a:r>
              <a:rPr lang="en-US" sz="900" dirty="0">
                <a:latin typeface="Segoe UI"/>
                <a:cs typeface="Segoe UI"/>
              </a:rPr>
              <a:t>Reinforce the essential question </a:t>
            </a:r>
            <a:r>
              <a:rPr lang="en-US" sz="900" i="0" dirty="0">
                <a:latin typeface="Segoe UI"/>
                <a:cs typeface="Segoe UI"/>
              </a:rPr>
              <a:t>and explain what is available in Microsoft 365. </a:t>
            </a:r>
          </a:p>
          <a:p>
            <a:endParaRPr lang="en-US" sz="900" i="0" dirty="0">
              <a:latin typeface="Segoe UI"/>
              <a:cs typeface="Segoe UI"/>
            </a:endParaRPr>
          </a:p>
          <a:p>
            <a:r>
              <a:rPr lang="en-US" sz="900" i="0" dirty="0">
                <a:latin typeface="Segoe UI"/>
                <a:cs typeface="Segoe UI"/>
              </a:rPr>
              <a:t>Show the following video https://</a:t>
            </a:r>
            <a:r>
              <a:rPr lang="en-US" sz="900" i="0" dirty="0" err="1">
                <a:latin typeface="Segoe UI"/>
                <a:cs typeface="Segoe UI"/>
              </a:rPr>
              <a:t>www.youtube.com</a:t>
            </a:r>
            <a:r>
              <a:rPr lang="en-US" sz="900" i="0" dirty="0">
                <a:latin typeface="Segoe UI"/>
                <a:cs typeface="Segoe UI"/>
              </a:rPr>
              <a:t>/</a:t>
            </a:r>
            <a:r>
              <a:rPr lang="en-US" sz="900" i="0" dirty="0" err="1">
                <a:latin typeface="Segoe UI"/>
                <a:cs typeface="Segoe UI"/>
              </a:rPr>
              <a:t>watch?v</a:t>
            </a:r>
            <a:r>
              <a:rPr lang="en-US" sz="900" i="0" dirty="0">
                <a:latin typeface="Segoe UI"/>
                <a:cs typeface="Segoe UI"/>
              </a:rPr>
              <a:t>=c7_3_MukBjQ&amp;feature=</a:t>
            </a:r>
            <a:r>
              <a:rPr lang="en-US" sz="900" i="0" dirty="0" err="1">
                <a:latin typeface="Segoe UI"/>
                <a:cs typeface="Segoe UI"/>
              </a:rPr>
              <a:t>youtu.be</a:t>
            </a:r>
            <a:endParaRPr lang="en-US" sz="900" i="0" dirty="0">
              <a:latin typeface="Segoe UI"/>
              <a:cs typeface="Segoe UI"/>
            </a:endParaRPr>
          </a:p>
          <a:p>
            <a:endParaRPr lang="en-US" sz="900" i="0" dirty="0">
              <a:latin typeface="Segoe UI"/>
              <a:cs typeface="Segoe UI"/>
            </a:endParaRPr>
          </a:p>
          <a:p>
            <a:endParaRPr lang="en-US" sz="900" dirty="0">
              <a:latin typeface="Segoe UI"/>
              <a:cs typeface="Segoe UI"/>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759580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b="1" kern="1200" cap="none" dirty="0">
                <a:solidFill>
                  <a:schemeClr val="tx1"/>
                </a:solidFill>
                <a:effectLst/>
                <a:latin typeface="Segoe UI"/>
                <a:cs typeface="Segoe UI"/>
              </a:rPr>
              <a:t>Say:</a:t>
            </a:r>
            <a:r>
              <a:rPr lang="en-US" sz="850" dirty="0">
                <a:latin typeface="Segoe UI"/>
                <a:cs typeface="Segoe UI"/>
              </a:rPr>
              <a:t> </a:t>
            </a:r>
            <a:r>
              <a:rPr lang="en-US" sz="882" b="0" i="0" kern="1200" dirty="0">
                <a:solidFill>
                  <a:schemeClr val="tx1"/>
                </a:solidFill>
                <a:effectLst/>
                <a:latin typeface="Segoe UI" panose="020B0502040204020203" pitchFamily="34" charset="0"/>
                <a:ea typeface="+mn-ea"/>
                <a:cs typeface="+mn-cs"/>
              </a:rPr>
              <a:t>Microsoft 365 helps students achieve more by allowing them to work and collaborative from anywhere. This workshop is an overview of the products included in 365. I will also show you some of the amazing new features of PowerPoint, Word and OneNote. </a:t>
            </a:r>
          </a:p>
          <a:p>
            <a:pPr>
              <a:defRPr/>
            </a:pPr>
            <a:endParaRPr lang="en-US" sz="850" b="0" i="0" dirty="0">
              <a:solidFill>
                <a:srgbClr val="000000"/>
              </a:solidFill>
              <a:effectLst/>
              <a:latin typeface="Segoe UI"/>
              <a:cs typeface="Segoe UI"/>
            </a:endParaRPr>
          </a:p>
          <a:p>
            <a:pPr>
              <a:defRPr/>
            </a:pPr>
            <a:r>
              <a:rPr lang="en-US" sz="850" b="0" i="0" dirty="0">
                <a:solidFill>
                  <a:srgbClr val="000000"/>
                </a:solidFill>
                <a:effectLst/>
                <a:latin typeface="Segoe UI"/>
                <a:cs typeface="Segoe UI"/>
              </a:rPr>
              <a:t>Today I will: </a:t>
            </a:r>
            <a:br>
              <a:rPr lang="en-US" sz="850" b="0" i="0" dirty="0">
                <a:solidFill>
                  <a:srgbClr val="000000"/>
                </a:solidFill>
                <a:effectLst/>
                <a:latin typeface="Segoe UI"/>
                <a:cs typeface="Segoe UI"/>
              </a:rPr>
            </a:br>
            <a:r>
              <a:rPr lang="en-US" sz="850" b="0" i="0" dirty="0">
                <a:solidFill>
                  <a:srgbClr val="000000"/>
                </a:solidFill>
                <a:effectLst/>
                <a:latin typeface="Segoe UI"/>
                <a:cs typeface="Segoe UI"/>
              </a:rPr>
              <a:t>1. Show you applications that are a part of Microsoft 365 and how these applications make work more efficient.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50" b="0" i="0" dirty="0">
                <a:solidFill>
                  <a:srgbClr val="000000"/>
                </a:solidFill>
                <a:effectLst/>
                <a:latin typeface="Segoe UI"/>
                <a:cs typeface="Segoe UI" panose="020B0502040204020203" pitchFamily="34" charset="0"/>
              </a:rPr>
              <a:t>2. Show you features of PowerPoint such as PowerPoint Live and PowerPoint Designer and features of Word such as Immersive Reader and Enhanced Dictation.</a:t>
            </a:r>
          </a:p>
          <a:p>
            <a:pPr>
              <a:defRPr/>
            </a:pPr>
            <a:r>
              <a:rPr lang="en-US" sz="850" b="0" i="0" dirty="0">
                <a:solidFill>
                  <a:srgbClr val="000000"/>
                </a:solidFill>
                <a:effectLst/>
                <a:latin typeface="Segoe UI"/>
                <a:cs typeface="Segoe UI" panose="020B0502040204020203" pitchFamily="34" charset="0"/>
              </a:rPr>
              <a:t>3. Lastly, I will show you Microsoft OneNote and give examples of the type of work students can do in it. </a:t>
            </a:r>
            <a:endParaRPr lang="en-US" sz="850" dirty="0">
              <a:cs typeface="Segoe UI" panose="020B0502040204020203" pitchFamily="34" charset="0"/>
            </a:endParaRPr>
          </a:p>
          <a:p>
            <a:pPr>
              <a:defRPr/>
            </a:pPr>
            <a:endParaRPr lang="en-US" dirty="0">
              <a:cs typeface="Segoe UI" panose="020B0502040204020203" pitchFamily="34" charset="0"/>
            </a:endParaRPr>
          </a:p>
          <a:p>
            <a:pPr>
              <a:defRPr/>
            </a:pPr>
            <a:r>
              <a:rPr lang="en-US" sz="850" b="1" kern="1200" cap="none" dirty="0">
                <a:solidFill>
                  <a:schemeClr val="tx1"/>
                </a:solidFill>
                <a:effectLst/>
                <a:latin typeface="Segoe UI"/>
                <a:cs typeface="Segoe UI"/>
              </a:rPr>
              <a:t>Do: </a:t>
            </a:r>
            <a:r>
              <a:rPr lang="en-US" sz="850" b="0" kern="1200" cap="none" dirty="0">
                <a:solidFill>
                  <a:schemeClr val="tx1"/>
                </a:solidFill>
                <a:effectLst/>
                <a:latin typeface="Segoe UI"/>
                <a:cs typeface="Segoe UI"/>
              </a:rPr>
              <a:t>Each square reveals a learning objective.</a:t>
            </a:r>
            <a:endParaRPr lang="en-US" sz="850" dirty="0">
              <a:cs typeface="Segoe UI"/>
            </a:endParaRPr>
          </a:p>
          <a:p>
            <a:endParaRPr lang="en-US" dirty="0"/>
          </a:p>
          <a:p>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599366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50" b="1" dirty="0">
                <a:latin typeface="Segoe UI"/>
                <a:cs typeface="Segoe UI"/>
              </a:rPr>
              <a:t>Say: </a:t>
            </a:r>
            <a:r>
              <a:rPr lang="en-US" sz="882" kern="1200" dirty="0">
                <a:solidFill>
                  <a:schemeClr val="tx1"/>
                </a:solidFill>
                <a:effectLst/>
                <a:latin typeface="Segoe UI" panose="020B0502040204020203" pitchFamily="34" charset="0"/>
                <a:ea typeface="+mn-ea"/>
                <a:cs typeface="+mn-cs"/>
              </a:rPr>
              <a:t>It is incredibly important to be able to access learning material at any time from any device especially now. Microsoft 365 makes this incredibly easy to do. Microsoft tools support learners of all ages and abilities. With a Microsoft 365 account students can log into their school accounts at Office.com where they can access Microsoft Teams, Word, PowerPoint and other applications from their web browser. It couldn’t get any easier. </a:t>
            </a:r>
          </a:p>
          <a:p>
            <a:pPr>
              <a:defRPr/>
            </a:pPr>
            <a:endParaRPr lang="en-US" sz="850" b="1" dirty="0">
              <a:latin typeface="Segoe UI"/>
              <a:cs typeface="Segoe UI"/>
            </a:endParaRPr>
          </a:p>
          <a:p>
            <a:pPr>
              <a:defRPr/>
            </a:pPr>
            <a:r>
              <a:rPr lang="en-US" sz="850" b="1" dirty="0">
                <a:latin typeface="Segoe UI"/>
                <a:cs typeface="Segoe UI"/>
              </a:rPr>
              <a:t>Do: </a:t>
            </a:r>
            <a:r>
              <a:rPr lang="en-US" sz="850" b="0" dirty="0">
                <a:latin typeface="Segoe UI"/>
                <a:cs typeface="Segoe UI"/>
              </a:rPr>
              <a:t>Reinforce that it is easy to access Microsoft 365 from anywhere. </a:t>
            </a:r>
            <a:endParaRPr lang="en-US" sz="850" b="1" dirty="0">
              <a:latin typeface="Segoe UI"/>
              <a:cs typeface="Segoe UI"/>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79310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1" kern="1200" dirty="0">
                <a:solidFill>
                  <a:schemeClr val="tx1"/>
                </a:solidFill>
                <a:effectLst/>
                <a:latin typeface="Segoe UI"/>
                <a:cs typeface="Segoe UI"/>
              </a:rPr>
              <a:t>Say: </a:t>
            </a:r>
            <a:r>
              <a:rPr lang="en-US" sz="850" b="0" kern="1200" dirty="0">
                <a:solidFill>
                  <a:schemeClr val="tx1"/>
                </a:solidFill>
                <a:effectLst/>
                <a:latin typeface="Segoe UI"/>
                <a:cs typeface="Segoe UI"/>
              </a:rPr>
              <a:t>Finding applications in Microsoft 365 couldn’t be easier. The Microsoft 365 app launcher allows you to quickly find the applications that we all love and use. The waffle also make opening and switching between apps super easy by showing the apps that you most recently used. Let me show you how to easily navigate the world of Microsoft 365. Within Microsoft 365 are applications that help students do presentations like PowerPoint or Sway. Write a paper with Word. Attend class using Teams and take notes in class with their OneNote Class Notebook. </a:t>
            </a:r>
            <a:endParaRPr lang="en-US" sz="850" b="1" kern="1200" dirty="0">
              <a:solidFill>
                <a:schemeClr val="tx1"/>
              </a:solidFill>
              <a:effectLst/>
              <a:latin typeface="Segoe UI"/>
              <a:cs typeface="Segoe UI"/>
            </a:endParaRPr>
          </a:p>
          <a:p>
            <a:endParaRPr lang="en-US" sz="850" b="1" kern="1200" dirty="0">
              <a:solidFill>
                <a:schemeClr val="tx1"/>
              </a:solidFill>
              <a:effectLst/>
              <a:latin typeface="Segoe UI"/>
              <a:cs typeface="Segoe UI"/>
            </a:endParaRPr>
          </a:p>
          <a:p>
            <a:r>
              <a:rPr lang="en-US" sz="850" b="1" kern="1200" dirty="0">
                <a:solidFill>
                  <a:schemeClr val="tx1"/>
                </a:solidFill>
                <a:effectLst/>
                <a:latin typeface="Segoe UI"/>
                <a:cs typeface="Segoe UI"/>
              </a:rPr>
              <a:t>Do: </a:t>
            </a:r>
            <a:r>
              <a:rPr lang="en-US" sz="850" b="0" kern="1200" dirty="0">
                <a:solidFill>
                  <a:schemeClr val="tx1"/>
                </a:solidFill>
                <a:effectLst/>
                <a:latin typeface="Segoe UI"/>
                <a:cs typeface="Segoe UI"/>
              </a:rPr>
              <a:t>Demonstration 1: How to navigate and find the applications in Microsoft 365. </a:t>
            </a:r>
            <a:endParaRPr lang="en-US" sz="850" b="1" kern="1200" dirty="0">
              <a:solidFill>
                <a:schemeClr val="tx1"/>
              </a:solidFill>
              <a:effectLst/>
              <a:latin typeface="Segoe UI"/>
              <a:cs typeface="Segoe UI"/>
            </a:endParaRPr>
          </a:p>
          <a:p>
            <a:endParaRPr lang="en-US"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011566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b="1" kern="1200" cap="none" dirty="0">
                <a:solidFill>
                  <a:schemeClr val="tx1"/>
                </a:solidFill>
                <a:effectLst/>
                <a:latin typeface="Segoe UI"/>
                <a:cs typeface="Segoe UI"/>
              </a:rPr>
              <a:t>Say:</a:t>
            </a:r>
            <a:r>
              <a:rPr lang="en-US" sz="850" kern="1200" dirty="0">
                <a:solidFill>
                  <a:schemeClr val="tx1"/>
                </a:solidFill>
                <a:effectLst/>
                <a:latin typeface="Segoe UI"/>
                <a:cs typeface="Segoe UI"/>
              </a:rPr>
              <a:t> PowerPoint is an application that allows you to give presentations and tell a story through slides. But today, it’s become much more than that. For those who have used it before, PowerPoint in the year 2020 is not the same PowerPoint from ten years ago. The features available now are miles ahead of where they were then. No longer is PowerPoint simply bulleted lists and pictures on each slide. We have the ability to really create fun and creative presentations that will capture the attention of students. </a:t>
            </a:r>
          </a:p>
          <a:p>
            <a:pPr>
              <a:defRPr/>
            </a:pPr>
            <a:endParaRPr lang="en-US" sz="850" kern="1200" dirty="0">
              <a:solidFill>
                <a:schemeClr val="tx1"/>
              </a:solidFill>
              <a:effectLst/>
              <a:latin typeface="Segoe UI"/>
              <a:cs typeface="Segoe UI"/>
            </a:endParaRPr>
          </a:p>
          <a:p>
            <a:pPr>
              <a:defRPr/>
            </a:pPr>
            <a:r>
              <a:rPr lang="en-US" sz="850" b="1" kern="1200" dirty="0">
                <a:solidFill>
                  <a:schemeClr val="tx1"/>
                </a:solidFill>
                <a:effectLst/>
                <a:latin typeface="Segoe UI"/>
                <a:cs typeface="Segoe UI"/>
              </a:rPr>
              <a:t>Chat box: </a:t>
            </a:r>
            <a:r>
              <a:rPr lang="en-US" sz="850" kern="1200" dirty="0">
                <a:solidFill>
                  <a:schemeClr val="tx1"/>
                </a:solidFill>
                <a:effectLst/>
                <a:latin typeface="Segoe UI"/>
                <a:cs typeface="Segoe UI"/>
              </a:rPr>
              <a:t>Now let’s answer a question in the Chat box. When you think about an hour-long PowerPoint presentation what is the first thing that comes to mind?</a:t>
            </a:r>
            <a:endParaRPr lang="en-US" sz="850" dirty="0">
              <a:latin typeface="Segoe UI"/>
              <a:cs typeface="Segoe UI"/>
            </a:endParaRPr>
          </a:p>
          <a:p>
            <a:pPr>
              <a:defRPr/>
            </a:pPr>
            <a:endParaRPr lang="en-US" sz="850" b="1" dirty="0">
              <a:latin typeface="Segoe UI"/>
              <a:cs typeface="Segoe UI"/>
            </a:endParaRPr>
          </a:p>
          <a:p>
            <a:pPr>
              <a:defRPr/>
            </a:pPr>
            <a:r>
              <a:rPr lang="en-US" sz="850" b="1" dirty="0">
                <a:latin typeface="Segoe UI"/>
                <a:cs typeface="Segoe UI"/>
              </a:rPr>
              <a:t>Do: </a:t>
            </a:r>
            <a:r>
              <a:rPr lang="en-US" sz="850" dirty="0">
                <a:latin typeface="Segoe UI"/>
                <a:cs typeface="Segoe UI"/>
              </a:rPr>
              <a:t> Share the PPT slide. Share the chat and respond to participants.</a:t>
            </a:r>
            <a:endParaRPr lang="en-US" sz="850" b="1" kern="1200" cap="none" dirty="0">
              <a:solidFill>
                <a:schemeClr val="tx1"/>
              </a:solidFill>
              <a:effectLst/>
              <a:latin typeface="Segoe UI" panose="020B0502040204020203" pitchFamily="34" charset="0"/>
              <a:cs typeface="Segoe UI"/>
            </a:endParaRPr>
          </a:p>
          <a:p>
            <a:endParaRPr lang="en-US" sz="882" kern="1200" dirty="0">
              <a:solidFill>
                <a:schemeClr val="tx1"/>
              </a:solidFill>
              <a:effectLst/>
              <a:latin typeface="Segoe UI" panose="020B0502040204020203" pitchFamily="34" charset="0"/>
              <a:ea typeface="+mn-ea"/>
              <a:cs typeface="+mn-cs"/>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884207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1" kern="1200" dirty="0">
                <a:solidFill>
                  <a:schemeClr val="tx1"/>
                </a:solidFill>
                <a:effectLst/>
                <a:latin typeface="Segoe UI"/>
                <a:cs typeface="Segoe UI"/>
              </a:rPr>
              <a:t>Say: </a:t>
            </a:r>
            <a:r>
              <a:rPr lang="en-US" sz="850" b="0" kern="1200" dirty="0">
                <a:solidFill>
                  <a:schemeClr val="tx1"/>
                </a:solidFill>
                <a:effectLst/>
                <a:latin typeface="Segoe UI"/>
                <a:cs typeface="Segoe UI"/>
              </a:rPr>
              <a:t>Did you know that PowerPoint can now translate the language of the presenter in real time. This feature is called PowerPoint Live and the language can be automatically translated into over 60 languages. This can definitely be helpful for English Language Learners. Let’s see how this works. </a:t>
            </a:r>
          </a:p>
          <a:p>
            <a:endParaRPr lang="en-US" sz="850" dirty="0">
              <a:cs typeface="Segoe UI"/>
            </a:endParaRPr>
          </a:p>
          <a:p>
            <a:r>
              <a:rPr lang="en-US" sz="850" b="1" dirty="0">
                <a:latin typeface="Segoe UI"/>
                <a:cs typeface="Segoe UI"/>
              </a:rPr>
              <a:t>Do: </a:t>
            </a:r>
            <a:r>
              <a:rPr lang="en-US" sz="850" dirty="0">
                <a:latin typeface="Segoe UI"/>
                <a:cs typeface="Segoe UI"/>
              </a:rPr>
              <a:t>Share your screen and demonstrate how to use PowerPoint Live. (These steps are also in the Facilitator guide.)</a:t>
            </a:r>
          </a:p>
          <a:p>
            <a:endParaRPr lang="en-US" sz="850" kern="1200" dirty="0">
              <a:solidFill>
                <a:schemeClr val="tx1"/>
              </a:solidFill>
              <a:effectLst/>
              <a:latin typeface="Segoe UI"/>
              <a:cs typeface="Segoe UI"/>
            </a:endParaRPr>
          </a:p>
          <a:p>
            <a:pPr rtl="0" fontAlgn="base"/>
            <a:r>
              <a:rPr lang="en-US" sz="882" b="1" i="0" kern="1200" dirty="0">
                <a:solidFill>
                  <a:schemeClr val="tx1"/>
                </a:solidFill>
                <a:effectLst/>
                <a:latin typeface="Segoe UI" panose="020B0502040204020203" pitchFamily="34" charset="0"/>
                <a:ea typeface="+mn-ea"/>
                <a:cs typeface="+mn-cs"/>
              </a:rPr>
              <a:t>Step 1:</a:t>
            </a:r>
            <a:r>
              <a:rPr lang="en-US" sz="882" b="0" i="0" kern="1200" dirty="0">
                <a:solidFill>
                  <a:schemeClr val="tx1"/>
                </a:solidFill>
                <a:effectLst/>
                <a:latin typeface="Segoe UI" panose="020B0502040204020203" pitchFamily="34" charset="0"/>
                <a:ea typeface="+mn-ea"/>
                <a:cs typeface="+mn-cs"/>
              </a:rPr>
              <a:t> Since you are presenting using Microsoft Teams you will need to use screen sharing mode rather than presentation sharing mode. State to the audience that if they would like to see the feature in action then they may need to use a separate device which will allow the primary device to be dedicated to the presentation itself.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2:</a:t>
            </a:r>
            <a:r>
              <a:rPr lang="en-US" sz="882" b="0" i="0" kern="1200" dirty="0">
                <a:solidFill>
                  <a:schemeClr val="tx1"/>
                </a:solidFill>
                <a:effectLst/>
                <a:latin typeface="Segoe UI" panose="020B0502040204020203" pitchFamily="34" charset="0"/>
                <a:ea typeface="+mn-ea"/>
                <a:cs typeface="+mn-cs"/>
              </a:rPr>
              <a:t> To get started with Live Presentations open your slide deck in PowerPoint for the web and go to the </a:t>
            </a:r>
            <a:r>
              <a:rPr lang="en-US" sz="882" b="1" i="0" kern="1200" dirty="0">
                <a:solidFill>
                  <a:schemeClr val="tx1"/>
                </a:solidFill>
                <a:effectLst/>
                <a:latin typeface="Segoe UI" panose="020B0502040204020203" pitchFamily="34" charset="0"/>
                <a:ea typeface="+mn-ea"/>
                <a:cs typeface="+mn-cs"/>
              </a:rPr>
              <a:t>Slide Show</a:t>
            </a:r>
            <a:r>
              <a:rPr lang="en-US" sz="882" b="0" i="0" kern="1200" dirty="0">
                <a:solidFill>
                  <a:schemeClr val="tx1"/>
                </a:solidFill>
                <a:effectLst/>
                <a:latin typeface="Segoe UI" panose="020B0502040204020203" pitchFamily="34" charset="0"/>
                <a:ea typeface="+mn-ea"/>
                <a:cs typeface="+mn-cs"/>
              </a:rPr>
              <a:t> tab. First, check your audience setting. Click the drop arrow next to </a:t>
            </a:r>
            <a:r>
              <a:rPr lang="en-US" sz="882" b="1" i="0" kern="1200" dirty="0">
                <a:solidFill>
                  <a:schemeClr val="tx1"/>
                </a:solidFill>
                <a:effectLst/>
                <a:latin typeface="Segoe UI" panose="020B0502040204020203" pitchFamily="34" charset="0"/>
                <a:ea typeface="+mn-ea"/>
                <a:cs typeface="+mn-cs"/>
              </a:rPr>
              <a:t>Present Live</a:t>
            </a:r>
            <a:r>
              <a:rPr lang="en-US" sz="882" b="0" i="0" kern="1200" dirty="0">
                <a:solidFill>
                  <a:schemeClr val="tx1"/>
                </a:solidFill>
                <a:effectLst/>
                <a:latin typeface="Segoe UI" panose="020B0502040204020203" pitchFamily="34" charset="0"/>
                <a:ea typeface="+mn-ea"/>
                <a:cs typeface="+mn-cs"/>
              </a:rPr>
              <a:t> to select who should be able to connect to this presentation. Depending on who you are presenting to you can either select </a:t>
            </a:r>
            <a:r>
              <a:rPr lang="en-US" sz="882" b="1" i="0" kern="1200" dirty="0">
                <a:solidFill>
                  <a:schemeClr val="tx1"/>
                </a:solidFill>
                <a:effectLst/>
                <a:latin typeface="Segoe UI" panose="020B0502040204020203" pitchFamily="34" charset="0"/>
                <a:ea typeface="+mn-ea"/>
                <a:cs typeface="+mn-cs"/>
              </a:rPr>
              <a:t>Only people in your organization</a:t>
            </a:r>
            <a:r>
              <a:rPr lang="en-US" sz="882" b="0" i="0" kern="1200" dirty="0">
                <a:solidFill>
                  <a:schemeClr val="tx1"/>
                </a:solidFill>
                <a:effectLst/>
                <a:latin typeface="Segoe UI" panose="020B0502040204020203" pitchFamily="34" charset="0"/>
                <a:ea typeface="+mn-ea"/>
                <a:cs typeface="+mn-cs"/>
              </a:rPr>
              <a:t> or </a:t>
            </a:r>
            <a:r>
              <a:rPr lang="en-US" sz="882" b="1" i="0" kern="1200" dirty="0">
                <a:solidFill>
                  <a:schemeClr val="tx1"/>
                </a:solidFill>
                <a:effectLst/>
                <a:latin typeface="Segoe UI" panose="020B0502040204020203" pitchFamily="34" charset="0"/>
                <a:ea typeface="+mn-ea"/>
                <a:cs typeface="+mn-cs"/>
              </a:rPr>
              <a:t>Anyone.</a:t>
            </a:r>
            <a:r>
              <a:rPr lang="en-US" sz="882" b="0" i="0" kern="1200" dirty="0">
                <a:solidFill>
                  <a:schemeClr val="tx1"/>
                </a:solidFill>
                <a:effectLst/>
                <a:latin typeface="Segoe UI" panose="020B0502040204020203" pitchFamily="34" charset="0"/>
                <a:ea typeface="+mn-ea"/>
                <a:cs typeface="+mn-cs"/>
              </a:rPr>
              <a:t>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3: </a:t>
            </a:r>
            <a:r>
              <a:rPr lang="en-US" sz="882" b="0" i="0" kern="1200" dirty="0">
                <a:solidFill>
                  <a:schemeClr val="tx1"/>
                </a:solidFill>
                <a:effectLst/>
                <a:latin typeface="Segoe UI" panose="020B0502040204020203" pitchFamily="34" charset="0"/>
                <a:ea typeface="+mn-ea"/>
                <a:cs typeface="+mn-cs"/>
              </a:rPr>
              <a:t>select </a:t>
            </a:r>
            <a:r>
              <a:rPr lang="en-US" sz="882" b="1" i="0" kern="1200" dirty="0">
                <a:solidFill>
                  <a:schemeClr val="tx1"/>
                </a:solidFill>
                <a:effectLst/>
                <a:latin typeface="Segoe UI" panose="020B0502040204020203" pitchFamily="34" charset="0"/>
                <a:ea typeface="+mn-ea"/>
                <a:cs typeface="+mn-cs"/>
              </a:rPr>
              <a:t>Present Live</a:t>
            </a:r>
            <a:r>
              <a:rPr lang="en-US" sz="882" b="0" i="0" kern="1200" dirty="0">
                <a:solidFill>
                  <a:schemeClr val="tx1"/>
                </a:solidFill>
                <a:effectLst/>
                <a:latin typeface="Segoe UI" panose="020B0502040204020203" pitchFamily="34" charset="0"/>
                <a:ea typeface="+mn-ea"/>
                <a:cs typeface="+mn-cs"/>
              </a:rPr>
              <a:t> and your presentation will begin with a screen that shows a customized QR code. You can also start your Live presentation from the slideshow toolbar. Explain that the audience can point their device cameras at the QR code, tap the link that appears over the QR code and then PowerPoint Live will load the presentation into their web browsers.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4:</a:t>
            </a:r>
            <a:r>
              <a:rPr lang="en-US" sz="882" b="0" i="0" kern="1200" dirty="0">
                <a:solidFill>
                  <a:schemeClr val="tx1"/>
                </a:solidFill>
                <a:effectLst/>
                <a:latin typeface="Segoe UI" panose="020B0502040204020203" pitchFamily="34" charset="0"/>
                <a:ea typeface="+mn-ea"/>
                <a:cs typeface="+mn-cs"/>
              </a:rPr>
              <a:t> Explain that once the presentation is loaded then they will see your spoken words transcribed on the screen in near real-time. If an audience member would like to have your words translated for them into a different language, they can tap the language indicator and select from one of more than 60 other languages. Once they've selected their language your spoken words will be machine translated into that language, and shown to them on their device as subtitles.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5:</a:t>
            </a:r>
            <a:r>
              <a:rPr lang="en-US" sz="882" b="0" i="0" kern="1200" dirty="0">
                <a:solidFill>
                  <a:schemeClr val="tx1"/>
                </a:solidFill>
                <a:effectLst/>
                <a:latin typeface="Segoe UI" panose="020B0502040204020203" pitchFamily="34" charset="0"/>
                <a:ea typeface="+mn-ea"/>
                <a:cs typeface="+mn-cs"/>
              </a:rPr>
              <a:t> If someone wants to give you feedback as you go they can tap the feedback button (which looks like a smiley face) towards the bottom right of their device screen. There they can select from a handful of different feedback types, from "like" to "puzzled" and more. Their selection will briefly appear on the presentation screen. </a:t>
            </a:r>
          </a:p>
          <a:p>
            <a:endParaRPr lang="en-US" sz="850" kern="1200" dirty="0">
              <a:solidFill>
                <a:schemeClr val="tx1"/>
              </a:solidFill>
              <a:effectLst/>
              <a:latin typeface="Segoe UI"/>
              <a:cs typeface="Segoe UI"/>
            </a:endParaRPr>
          </a:p>
          <a:p>
            <a:endParaRPr lang="en-US"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3650601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1" kern="1200" dirty="0">
                <a:solidFill>
                  <a:schemeClr val="tx1"/>
                </a:solidFill>
                <a:effectLst/>
                <a:latin typeface="Segoe UI"/>
                <a:cs typeface="Segoe UI"/>
              </a:rPr>
              <a:t>Say: </a:t>
            </a:r>
            <a:r>
              <a:rPr lang="en-US" sz="850" b="0" kern="1200" dirty="0">
                <a:solidFill>
                  <a:schemeClr val="tx1"/>
                </a:solidFill>
                <a:effectLst/>
                <a:latin typeface="Segoe UI"/>
                <a:cs typeface="Segoe UI"/>
              </a:rPr>
              <a:t>When students have presentations they shouldn’t have to think about where the words and pictures go. PowerPoint along with artificial intelligence makes it super easy for students to create engaging presentations that will certainly impress their classmates and teachers. </a:t>
            </a:r>
            <a:endParaRPr lang="en-US" dirty="0"/>
          </a:p>
          <a:p>
            <a:endParaRPr lang="en-US" sz="850" b="1" dirty="0">
              <a:latin typeface="Segoe UI"/>
              <a:cs typeface="Segoe UI"/>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50" b="1" dirty="0">
                <a:latin typeface="Segoe UI"/>
                <a:cs typeface="Segoe UI"/>
              </a:rPr>
              <a:t>Do: </a:t>
            </a:r>
            <a:r>
              <a:rPr lang="en-US" sz="850" dirty="0">
                <a:latin typeface="Segoe UI"/>
                <a:cs typeface="Segoe UI"/>
              </a:rPr>
              <a:t>Demonstrate how to use PowerPoint Designer. (These steps are also in the Facilitator guide.)</a:t>
            </a:r>
          </a:p>
          <a:p>
            <a:endParaRPr lang="en-US" sz="882" b="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1:</a:t>
            </a:r>
            <a:r>
              <a:rPr lang="en-US" sz="882" b="0" i="0" kern="1200" dirty="0">
                <a:solidFill>
                  <a:schemeClr val="tx1"/>
                </a:solidFill>
                <a:effectLst/>
                <a:latin typeface="Segoe UI" panose="020B0502040204020203" pitchFamily="34" charset="0"/>
                <a:ea typeface="+mn-ea"/>
                <a:cs typeface="+mn-cs"/>
              </a:rPr>
              <a:t> Using a preloaded PowerPoint demonstrate how to use PowerPoint Designer. Explain to the audience that they can ask for design ideas any time by choosing </a:t>
            </a:r>
            <a:r>
              <a:rPr lang="en-US" sz="882" b="1" i="0" kern="1200" dirty="0">
                <a:solidFill>
                  <a:schemeClr val="tx1"/>
                </a:solidFill>
                <a:effectLst/>
                <a:latin typeface="Segoe UI" panose="020B0502040204020203" pitchFamily="34" charset="0"/>
                <a:ea typeface="+mn-ea"/>
                <a:cs typeface="+mn-cs"/>
              </a:rPr>
              <a:t>Design &gt; Design Ideas</a:t>
            </a:r>
            <a:r>
              <a:rPr lang="en-US" sz="882" b="0" i="0" kern="1200" dirty="0">
                <a:solidFill>
                  <a:schemeClr val="tx1"/>
                </a:solidFill>
                <a:effectLst/>
                <a:latin typeface="Segoe UI" panose="020B0502040204020203" pitchFamily="34" charset="0"/>
                <a:ea typeface="+mn-ea"/>
                <a:cs typeface="+mn-cs"/>
              </a:rPr>
              <a:t> on the ribbon.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2:</a:t>
            </a:r>
            <a:r>
              <a:rPr lang="en-US" sz="882" b="0" i="0" kern="1200" dirty="0">
                <a:solidFill>
                  <a:schemeClr val="tx1"/>
                </a:solidFill>
                <a:effectLst/>
                <a:latin typeface="Segoe UI" panose="020B0502040204020203" pitchFamily="34" charset="0"/>
                <a:ea typeface="+mn-ea"/>
                <a:cs typeface="+mn-cs"/>
              </a:rPr>
              <a:t> Explain that this is an additional feature for subscribers. The first time you try out PowerPoint Designer, it asks your permission to get design ideas for you. If you want to use Designer, select </a:t>
            </a:r>
            <a:r>
              <a:rPr lang="en-US" sz="882" b="1" i="0" kern="1200" dirty="0">
                <a:solidFill>
                  <a:schemeClr val="tx1"/>
                </a:solidFill>
                <a:effectLst/>
                <a:latin typeface="Segoe UI" panose="020B0502040204020203" pitchFamily="34" charset="0"/>
                <a:ea typeface="+mn-ea"/>
                <a:cs typeface="+mn-cs"/>
              </a:rPr>
              <a:t>Turn on</a:t>
            </a:r>
            <a:r>
              <a:rPr lang="en-US" sz="882" b="0" i="0" kern="1200" dirty="0">
                <a:solidFill>
                  <a:schemeClr val="tx1"/>
                </a:solidFill>
                <a:effectLst/>
                <a:latin typeface="Segoe UI" panose="020B0502040204020203" pitchFamily="34" charset="0"/>
                <a:ea typeface="+mn-ea"/>
                <a:cs typeface="+mn-cs"/>
              </a:rPr>
              <a:t> or </a:t>
            </a:r>
            <a:r>
              <a:rPr lang="en-US" sz="882" b="1" i="0" kern="1200" dirty="0">
                <a:solidFill>
                  <a:schemeClr val="tx1"/>
                </a:solidFill>
                <a:effectLst/>
                <a:latin typeface="Segoe UI" panose="020B0502040204020203" pitchFamily="34" charset="0"/>
                <a:ea typeface="+mn-ea"/>
                <a:cs typeface="+mn-cs"/>
              </a:rPr>
              <a:t>Let's go</a:t>
            </a:r>
            <a:r>
              <a:rPr lang="en-US" sz="882" b="0" i="0" kern="1200" dirty="0">
                <a:solidFill>
                  <a:schemeClr val="tx1"/>
                </a:solidFill>
                <a:effectLst/>
                <a:latin typeface="Segoe UI" panose="020B0502040204020203" pitchFamily="34" charset="0"/>
                <a:ea typeface="+mn-ea"/>
                <a:cs typeface="+mn-cs"/>
              </a:rPr>
              <a:t>. Once you've turned on intelligent services, PowerPoint automatically shows you design ideas when you add photos to your slides.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3</a:t>
            </a:r>
            <a:r>
              <a:rPr lang="en-US" sz="882" b="0" i="0" kern="1200" dirty="0">
                <a:solidFill>
                  <a:schemeClr val="tx1"/>
                </a:solidFill>
                <a:effectLst/>
                <a:latin typeface="Segoe UI" panose="020B0502040204020203" pitchFamily="34" charset="0"/>
                <a:ea typeface="+mn-ea"/>
                <a:cs typeface="+mn-cs"/>
              </a:rPr>
              <a:t>: Scroll through the suggestions in the </a:t>
            </a:r>
            <a:r>
              <a:rPr lang="en-US" sz="882" b="1" i="0" kern="1200" dirty="0">
                <a:solidFill>
                  <a:schemeClr val="tx1"/>
                </a:solidFill>
                <a:effectLst/>
                <a:latin typeface="Segoe UI" panose="020B0502040204020203" pitchFamily="34" charset="0"/>
                <a:ea typeface="+mn-ea"/>
                <a:cs typeface="+mn-cs"/>
              </a:rPr>
              <a:t>Design Ideas</a:t>
            </a:r>
            <a:r>
              <a:rPr lang="en-US" sz="882" b="0" i="0" kern="1200" dirty="0">
                <a:solidFill>
                  <a:schemeClr val="tx1"/>
                </a:solidFill>
                <a:effectLst/>
                <a:latin typeface="Segoe UI" panose="020B0502040204020203" pitchFamily="34" charset="0"/>
                <a:ea typeface="+mn-ea"/>
                <a:cs typeface="+mn-cs"/>
              </a:rPr>
              <a:t> pane on the right side of the window. Click to select the design you want, or else close the window. Explain that if you select one of the ideas, your slide is changed accordingly. You can also select another idea from the pane or go back to your original slide design: Press ⌘+Z to undo a design change you've just selected. You can ask for design ideas any time by choosing </a:t>
            </a:r>
            <a:r>
              <a:rPr lang="en-US" sz="882" b="1" i="0" kern="1200" dirty="0">
                <a:solidFill>
                  <a:schemeClr val="tx1"/>
                </a:solidFill>
                <a:effectLst/>
                <a:latin typeface="Segoe UI" panose="020B0502040204020203" pitchFamily="34" charset="0"/>
                <a:ea typeface="+mn-ea"/>
                <a:cs typeface="+mn-cs"/>
              </a:rPr>
              <a:t>Design &gt; Design Ideas</a:t>
            </a:r>
            <a:r>
              <a:rPr lang="en-US" sz="882" b="0" i="0" kern="1200" dirty="0">
                <a:solidFill>
                  <a:schemeClr val="tx1"/>
                </a:solidFill>
                <a:effectLst/>
                <a:latin typeface="Segoe UI" panose="020B0502040204020203" pitchFamily="34" charset="0"/>
                <a:ea typeface="+mn-ea"/>
                <a:cs typeface="+mn-cs"/>
              </a:rPr>
              <a:t> on the ribbon.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4: </a:t>
            </a:r>
            <a:r>
              <a:rPr lang="en-US" sz="882" b="0" i="0" kern="1200" dirty="0">
                <a:solidFill>
                  <a:schemeClr val="tx1"/>
                </a:solidFill>
                <a:effectLst/>
                <a:latin typeface="Segoe UI" panose="020B0502040204020203" pitchFamily="34" charset="0"/>
                <a:ea typeface="+mn-ea"/>
                <a:cs typeface="+mn-cs"/>
              </a:rPr>
              <a:t>PowerPoint Designer gives the user suggestions Professional Layouts, SmartArt graphics, Illustrations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***CST Notes: </a:t>
            </a:r>
            <a:r>
              <a:rPr lang="en-US" sz="882" b="0" i="0" kern="1200" dirty="0">
                <a:solidFill>
                  <a:schemeClr val="tx1"/>
                </a:solidFill>
                <a:effectLst/>
                <a:latin typeface="Segoe UI" panose="020B0502040204020203" pitchFamily="34" charset="0"/>
                <a:ea typeface="+mn-ea"/>
                <a:cs typeface="+mn-cs"/>
              </a:rPr>
              <a:t>Have the participants actually set up their own slideshow in PPT Designer</a:t>
            </a:r>
          </a:p>
          <a:p>
            <a:endParaRPr lang="en-US" sz="882" b="1" i="0" kern="1200" dirty="0">
              <a:solidFill>
                <a:schemeClr val="tx1"/>
              </a:solidFill>
              <a:effectLst/>
              <a:latin typeface="Segoe UI" panose="020B0502040204020203" pitchFamily="34" charset="0"/>
              <a:ea typeface="+mn-ea"/>
              <a:cs typeface="+mn-cs"/>
            </a:endParaRPr>
          </a:p>
          <a:p>
            <a:endParaRPr lang="en-US" sz="882" b="0" i="1" kern="1200" dirty="0">
              <a:solidFill>
                <a:schemeClr val="tx1"/>
              </a:solidFill>
              <a:effectLst/>
              <a:latin typeface="Segoe UI" panose="020B0502040204020203" pitchFamily="34" charset="0"/>
              <a:ea typeface="+mn-ea"/>
              <a:cs typeface="+mn-cs"/>
            </a:endParaRPr>
          </a:p>
          <a:p>
            <a:endParaRPr lang="en-US" sz="850" b="1" kern="1200" dirty="0">
              <a:solidFill>
                <a:schemeClr val="tx1"/>
              </a:solidFill>
              <a:effectLst/>
              <a:latin typeface="Segoe UI" panose="020B0502040204020203" pitchFamily="34" charset="0"/>
              <a:cs typeface="Segoe UI"/>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97805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b="1" kern="1200" cap="none" dirty="0">
                <a:solidFill>
                  <a:schemeClr val="tx1"/>
                </a:solidFill>
                <a:effectLst/>
                <a:latin typeface="Segoe UI"/>
                <a:cs typeface="Segoe UI"/>
              </a:rPr>
              <a:t>Say:</a:t>
            </a:r>
            <a:r>
              <a:rPr lang="en-US" sz="850" dirty="0">
                <a:latin typeface="Segoe UI"/>
                <a:cs typeface="Segoe UI"/>
              </a:rPr>
              <a:t> </a:t>
            </a:r>
            <a:r>
              <a:rPr lang="en-US" sz="882" b="0" i="0" kern="1200" dirty="0">
                <a:solidFill>
                  <a:schemeClr val="tx1"/>
                </a:solidFill>
                <a:effectLst/>
                <a:latin typeface="Segoe UI" panose="020B0502040204020203" pitchFamily="34" charset="0"/>
                <a:ea typeface="+mn-ea"/>
                <a:cs typeface="+mn-cs"/>
              </a:rPr>
              <a:t>Word is everyone’s favorite tool for writing papers. I think that once you see the following features and how easy they are to use you will be wowed. These tools are great for parents, educators and students.</a:t>
            </a:r>
            <a:endParaRPr lang="en-US" sz="850" i="0" kern="1200" cap="none" dirty="0">
              <a:solidFill>
                <a:schemeClr val="tx1"/>
              </a:solidFill>
              <a:effectLst/>
              <a:latin typeface="Segoe UI" panose="020B0502040204020203" pitchFamily="34" charset="0"/>
              <a:cs typeface="Segoe UI"/>
            </a:endParaRPr>
          </a:p>
          <a:p>
            <a:endParaRPr lang="en-US" dirty="0">
              <a:cs typeface="Segoe UI" panose="020B0502040204020203" pitchFamily="34" charset="0"/>
            </a:endParaRPr>
          </a:p>
          <a:p>
            <a:r>
              <a:rPr lang="en-US" b="1" dirty="0">
                <a:cs typeface="Segoe UI" panose="020B0502040204020203" pitchFamily="34" charset="0"/>
              </a:rPr>
              <a:t>Do: </a:t>
            </a:r>
            <a:r>
              <a:rPr lang="en-US" b="0" dirty="0">
                <a:cs typeface="Segoe UI" panose="020B0502040204020203" pitchFamily="34" charset="0"/>
              </a:rPr>
              <a:t>Show the slide.</a:t>
            </a:r>
            <a:endParaRPr lang="en-US" b="1"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2190718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50" b="1" kern="1200" dirty="0">
                <a:solidFill>
                  <a:schemeClr val="tx1"/>
                </a:solidFill>
                <a:effectLst/>
                <a:latin typeface="Segoe UI"/>
                <a:cs typeface="Segoe UI"/>
              </a:rPr>
              <a:t>Say: </a:t>
            </a:r>
            <a:r>
              <a:rPr lang="en-US" sz="850" b="0" kern="1200" dirty="0">
                <a:solidFill>
                  <a:schemeClr val="tx1"/>
                </a:solidFill>
                <a:effectLst/>
                <a:latin typeface="Segoe UI"/>
                <a:cs typeface="Segoe UI"/>
              </a:rPr>
              <a:t>Now let's have a look at some incredibly cool features that you can use with Word Online. The first is Immersive Reader which provides support through text to speech. Watch as I demonstrate this feature.</a:t>
            </a:r>
          </a:p>
          <a:p>
            <a:endParaRPr lang="en-US" sz="850" b="0" kern="1200" dirty="0">
              <a:solidFill>
                <a:schemeClr val="tx1"/>
              </a:solidFill>
              <a:effectLst/>
              <a:latin typeface="Segoe UI"/>
              <a:cs typeface="Segoe UI"/>
            </a:endParaRPr>
          </a:p>
          <a:p>
            <a:r>
              <a:rPr lang="en-US" sz="850" b="1" kern="1200" dirty="0">
                <a:solidFill>
                  <a:schemeClr val="tx1"/>
                </a:solidFill>
                <a:effectLst/>
                <a:latin typeface="Segoe UI"/>
                <a:cs typeface="Segoe UI"/>
              </a:rPr>
              <a:t>Do: </a:t>
            </a:r>
            <a:r>
              <a:rPr lang="en-US" sz="850" b="0" kern="1200" dirty="0">
                <a:solidFill>
                  <a:schemeClr val="tx1"/>
                </a:solidFill>
                <a:effectLst/>
                <a:latin typeface="Segoe UI"/>
                <a:cs typeface="Segoe UI"/>
              </a:rPr>
              <a:t>Show the audience how to use Immersive Reader in Word Online. </a:t>
            </a:r>
          </a:p>
          <a:p>
            <a:endParaRPr lang="en-US" sz="850" b="0" kern="1200" dirty="0">
              <a:solidFill>
                <a:schemeClr val="tx1"/>
              </a:solidFill>
              <a:effectLst/>
              <a:latin typeface="Segoe UI"/>
              <a:cs typeface="Segoe UI"/>
            </a:endParaRPr>
          </a:p>
          <a:p>
            <a:pPr rtl="0" fontAlgn="base"/>
            <a:r>
              <a:rPr lang="en-US" sz="882" b="1" i="0" kern="1200" dirty="0">
                <a:solidFill>
                  <a:schemeClr val="tx1"/>
                </a:solidFill>
                <a:effectLst/>
                <a:latin typeface="Segoe UI" panose="020B0502040204020203" pitchFamily="34" charset="0"/>
                <a:ea typeface="+mn-ea"/>
                <a:cs typeface="+mn-cs"/>
              </a:rPr>
              <a:t>Step 1:</a:t>
            </a:r>
            <a:r>
              <a:rPr lang="en-US" sz="882" b="0" i="0" kern="1200" dirty="0">
                <a:solidFill>
                  <a:schemeClr val="tx1"/>
                </a:solidFill>
                <a:effectLst/>
                <a:latin typeface="Segoe UI" panose="020B0502040204020203" pitchFamily="34" charset="0"/>
                <a:ea typeface="+mn-ea"/>
                <a:cs typeface="+mn-cs"/>
              </a:rPr>
              <a:t> Open the preloaded document. When you have the document open, select </a:t>
            </a:r>
            <a:r>
              <a:rPr lang="en-US" sz="882" b="1" i="0" kern="1200" dirty="0">
                <a:solidFill>
                  <a:schemeClr val="tx1"/>
                </a:solidFill>
                <a:effectLst/>
                <a:latin typeface="Segoe UI" panose="020B0502040204020203" pitchFamily="34" charset="0"/>
                <a:ea typeface="+mn-ea"/>
                <a:cs typeface="+mn-cs"/>
              </a:rPr>
              <a:t>View</a:t>
            </a:r>
            <a:r>
              <a:rPr lang="en-US" sz="882" b="0" i="0" kern="1200" dirty="0">
                <a:solidFill>
                  <a:schemeClr val="tx1"/>
                </a:solidFill>
                <a:effectLst/>
                <a:latin typeface="Segoe UI" panose="020B0502040204020203" pitchFamily="34" charset="0"/>
                <a:ea typeface="+mn-ea"/>
                <a:cs typeface="+mn-cs"/>
              </a:rPr>
              <a:t> and then </a:t>
            </a:r>
            <a:r>
              <a:rPr lang="en-US" sz="882" b="1" i="0" kern="1200" dirty="0">
                <a:solidFill>
                  <a:schemeClr val="tx1"/>
                </a:solidFill>
                <a:effectLst/>
                <a:latin typeface="Segoe UI" panose="020B0502040204020203" pitchFamily="34" charset="0"/>
                <a:ea typeface="+mn-ea"/>
                <a:cs typeface="+mn-cs"/>
              </a:rPr>
              <a:t>Immersive Reader</a:t>
            </a:r>
            <a:r>
              <a:rPr lang="en-US" sz="882" b="0" i="0" kern="1200" dirty="0">
                <a:solidFill>
                  <a:schemeClr val="tx1"/>
                </a:solidFill>
                <a:effectLst/>
                <a:latin typeface="Segoe UI" panose="020B0502040204020203" pitchFamily="34" charset="0"/>
                <a:ea typeface="+mn-ea"/>
                <a:cs typeface="+mn-cs"/>
              </a:rPr>
              <a:t>. </a:t>
            </a:r>
          </a:p>
          <a:p>
            <a:pPr rtl="0" fontAlgn="base"/>
            <a:r>
              <a:rPr lang="en-US" sz="882" b="0" i="0" kern="1200" dirty="0">
                <a:solidFill>
                  <a:schemeClr val="tx1"/>
                </a:solidFill>
                <a:effectLst/>
                <a:latin typeface="Segoe UI" panose="020B0502040204020203" pitchFamily="34" charset="0"/>
                <a:ea typeface="+mn-ea"/>
                <a:cs typeface="+mn-cs"/>
              </a:rPr>
              <a:t> </a:t>
            </a:r>
          </a:p>
          <a:p>
            <a:pPr rtl="0" fontAlgn="base"/>
            <a:r>
              <a:rPr lang="en-US" sz="882" b="1" i="0" kern="1200" dirty="0">
                <a:solidFill>
                  <a:schemeClr val="tx1"/>
                </a:solidFill>
                <a:effectLst/>
                <a:latin typeface="Segoe UI" panose="020B0502040204020203" pitchFamily="34" charset="0"/>
                <a:ea typeface="+mn-ea"/>
                <a:cs typeface="+mn-cs"/>
              </a:rPr>
              <a:t>Step 2: </a:t>
            </a:r>
            <a:r>
              <a:rPr lang="en-US" sz="882" b="0" i="0" kern="1200" dirty="0">
                <a:solidFill>
                  <a:schemeClr val="tx1"/>
                </a:solidFill>
                <a:effectLst/>
                <a:latin typeface="Segoe UI" panose="020B0502040204020203" pitchFamily="34" charset="0"/>
                <a:ea typeface="+mn-ea"/>
                <a:cs typeface="+mn-cs"/>
              </a:rPr>
              <a:t>Demonstrate using the sample text in the preloaded document that you can have the text read aloud to you or you can also select individual words to be pronounced in English or in any of the languages included. </a:t>
            </a:r>
          </a:p>
          <a:p>
            <a:endParaRPr lang="en-US" sz="850" b="0" kern="1200" dirty="0">
              <a:solidFill>
                <a:schemeClr val="tx1"/>
              </a:solidFill>
              <a:effectLst/>
              <a:latin typeface="Segoe UI"/>
              <a:cs typeface="Segoe UI"/>
            </a:endParaRPr>
          </a:p>
          <a:p>
            <a:r>
              <a:rPr lang="en-US" sz="850" b="1" kern="1200" dirty="0">
                <a:solidFill>
                  <a:schemeClr val="tx1"/>
                </a:solidFill>
                <a:effectLst/>
                <a:latin typeface="Segoe UI"/>
                <a:cs typeface="Segoe UI"/>
              </a:rPr>
              <a:t>Say: </a:t>
            </a:r>
            <a:r>
              <a:rPr lang="en-US" sz="850" b="0" kern="1200" dirty="0">
                <a:solidFill>
                  <a:schemeClr val="tx1"/>
                </a:solidFill>
                <a:effectLst/>
                <a:latin typeface="Segoe UI"/>
                <a:cs typeface="Segoe UI"/>
              </a:rPr>
              <a:t>Now I am going to show you how to write without even touching the keyboard. This is a game changer that can help students save time. </a:t>
            </a:r>
            <a:endParaRPr lang="en-US" sz="850" b="1" kern="1200" dirty="0">
              <a:solidFill>
                <a:schemeClr val="tx1"/>
              </a:solidFill>
              <a:effectLst/>
              <a:latin typeface="Segoe UI"/>
              <a:cs typeface="Segoe UI"/>
            </a:endParaRPr>
          </a:p>
          <a:p>
            <a:endParaRPr lang="en-US" sz="850" b="0" kern="1200" dirty="0">
              <a:solidFill>
                <a:schemeClr val="tx1"/>
              </a:solidFill>
              <a:effectLst/>
              <a:latin typeface="Segoe UI"/>
              <a:cs typeface="Segoe UI"/>
            </a:endParaRPr>
          </a:p>
          <a:p>
            <a:pPr rtl="0" fontAlgn="base"/>
            <a:r>
              <a:rPr lang="en-US" sz="882" b="1" i="0" kern="1200" dirty="0">
                <a:solidFill>
                  <a:schemeClr val="tx1"/>
                </a:solidFill>
                <a:effectLst/>
                <a:latin typeface="Segoe UI" panose="020B0502040204020203" pitchFamily="34" charset="0"/>
                <a:ea typeface="+mn-ea"/>
                <a:cs typeface="+mn-cs"/>
              </a:rPr>
              <a:t>Do: </a:t>
            </a:r>
            <a:r>
              <a:rPr lang="en-US" sz="882" b="0" i="0" kern="1200" dirty="0">
                <a:solidFill>
                  <a:schemeClr val="tx1"/>
                </a:solidFill>
                <a:effectLst/>
                <a:latin typeface="Segoe UI" panose="020B0502040204020203" pitchFamily="34" charset="0"/>
                <a:ea typeface="+mn-ea"/>
                <a:cs typeface="+mn-cs"/>
              </a:rPr>
              <a:t>Show the audience how to use Dictation in Word Online.</a:t>
            </a:r>
          </a:p>
          <a:p>
            <a:pPr rtl="0" fontAlgn="base"/>
            <a:endParaRPr lang="en-US" sz="882" b="1"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Step 1:</a:t>
            </a:r>
            <a:r>
              <a:rPr lang="en-US" sz="882" b="0" i="0" kern="1200" dirty="0">
                <a:solidFill>
                  <a:schemeClr val="tx1"/>
                </a:solidFill>
                <a:effectLst/>
                <a:latin typeface="Segoe UI" panose="020B0502040204020203" pitchFamily="34" charset="0"/>
                <a:ea typeface="+mn-ea"/>
                <a:cs typeface="+mn-cs"/>
              </a:rPr>
              <a:t> Open a blank document. Go to </a:t>
            </a:r>
            <a:r>
              <a:rPr lang="en-US" sz="882" b="1" i="0" kern="1200" dirty="0">
                <a:solidFill>
                  <a:schemeClr val="tx1"/>
                </a:solidFill>
                <a:effectLst/>
                <a:latin typeface="Segoe UI" panose="020B0502040204020203" pitchFamily="34" charset="0"/>
                <a:ea typeface="+mn-ea"/>
                <a:cs typeface="+mn-cs"/>
              </a:rPr>
              <a:t>Home </a:t>
            </a:r>
            <a:r>
              <a:rPr lang="en-US" sz="882" b="0" i="0" kern="1200" dirty="0">
                <a:solidFill>
                  <a:schemeClr val="tx1"/>
                </a:solidFill>
                <a:effectLst/>
                <a:latin typeface="Segoe UI" panose="020B0502040204020203" pitchFamily="34" charset="0"/>
                <a:ea typeface="+mn-ea"/>
                <a:cs typeface="+mn-cs"/>
              </a:rPr>
              <a:t>&gt; </a:t>
            </a:r>
            <a:r>
              <a:rPr lang="en-US" sz="882" b="1" i="0" kern="1200" dirty="0">
                <a:solidFill>
                  <a:schemeClr val="tx1"/>
                </a:solidFill>
                <a:effectLst/>
                <a:latin typeface="Segoe UI" panose="020B0502040204020203" pitchFamily="34" charset="0"/>
                <a:ea typeface="+mn-ea"/>
                <a:cs typeface="+mn-cs"/>
              </a:rPr>
              <a:t>Dictate. </a:t>
            </a:r>
            <a:r>
              <a:rPr lang="en-US" sz="882" b="0" i="0" kern="1200" dirty="0">
                <a:solidFill>
                  <a:schemeClr val="tx1"/>
                </a:solidFill>
                <a:effectLst/>
                <a:latin typeface="Segoe UI" panose="020B0502040204020203" pitchFamily="34" charset="0"/>
                <a:ea typeface="+mn-ea"/>
                <a:cs typeface="+mn-cs"/>
              </a:rPr>
              <a:t> </a:t>
            </a:r>
          </a:p>
          <a:p>
            <a:pPr rtl="0" fontAlgn="base"/>
            <a:r>
              <a:rPr lang="en-US" sz="882" b="0" i="0" kern="1200" dirty="0">
                <a:solidFill>
                  <a:schemeClr val="tx1"/>
                </a:solidFill>
                <a:effectLst/>
                <a:latin typeface="Segoe UI" panose="020B0502040204020203" pitchFamily="34" charset="0"/>
                <a:ea typeface="+mn-ea"/>
                <a:cs typeface="+mn-cs"/>
              </a:rPr>
              <a:t> </a:t>
            </a:r>
          </a:p>
          <a:p>
            <a:pPr rtl="0" fontAlgn="base"/>
            <a:r>
              <a:rPr lang="en-US" sz="882" b="1" i="0" kern="1200" dirty="0">
                <a:solidFill>
                  <a:schemeClr val="tx1"/>
                </a:solidFill>
                <a:effectLst/>
                <a:latin typeface="Segoe UI" panose="020B0502040204020203" pitchFamily="34" charset="0"/>
                <a:ea typeface="+mn-ea"/>
                <a:cs typeface="+mn-cs"/>
              </a:rPr>
              <a:t>Step 2:</a:t>
            </a:r>
            <a:r>
              <a:rPr lang="en-US" sz="882" b="0" i="0" kern="1200" dirty="0">
                <a:solidFill>
                  <a:schemeClr val="tx1"/>
                </a:solidFill>
                <a:effectLst/>
                <a:latin typeface="Segoe UI" panose="020B0502040204020203" pitchFamily="34" charset="0"/>
                <a:ea typeface="+mn-ea"/>
                <a:cs typeface="+mn-cs"/>
              </a:rPr>
              <a:t> When the mic icon appears make sure that the participants know to wait for it to turn on to be sure it has started listening. </a:t>
            </a:r>
          </a:p>
          <a:p>
            <a:pPr rtl="0" fontAlgn="base"/>
            <a:r>
              <a:rPr lang="en-US" sz="882" b="0" i="0" kern="1200" dirty="0">
                <a:solidFill>
                  <a:schemeClr val="tx1"/>
                </a:solidFill>
                <a:effectLst/>
                <a:latin typeface="Segoe UI" panose="020B0502040204020203" pitchFamily="34" charset="0"/>
                <a:ea typeface="+mn-ea"/>
                <a:cs typeface="+mn-cs"/>
              </a:rPr>
              <a:t> </a:t>
            </a:r>
          </a:p>
          <a:p>
            <a:pPr rtl="0" fontAlgn="base"/>
            <a:r>
              <a:rPr lang="en-US" sz="882" b="1" i="0" kern="1200" dirty="0">
                <a:solidFill>
                  <a:schemeClr val="tx1"/>
                </a:solidFill>
                <a:effectLst/>
                <a:latin typeface="Segoe UI" panose="020B0502040204020203" pitchFamily="34" charset="0"/>
                <a:ea typeface="+mn-ea"/>
                <a:cs typeface="+mn-cs"/>
              </a:rPr>
              <a:t>Step 3:</a:t>
            </a:r>
            <a:r>
              <a:rPr lang="en-US" sz="882" b="0" i="0" kern="1200" dirty="0">
                <a:solidFill>
                  <a:schemeClr val="tx1"/>
                </a:solidFill>
                <a:effectLst/>
                <a:latin typeface="Segoe UI" panose="020B0502040204020203" pitchFamily="34" charset="0"/>
                <a:ea typeface="+mn-ea"/>
                <a:cs typeface="+mn-cs"/>
              </a:rPr>
              <a:t> Demonstrate Dictation by saying the following sentences or sentences of your choice. “I like going to the market so that I can find all kinds of foods! Would you like to go to the market with me?” You can use these sentences to demonstrate how to include punctuation marks. You include them by actual saying the name i.e. exclamation mark. </a:t>
            </a:r>
          </a:p>
          <a:p>
            <a:pPr rtl="0" fontAlgn="base"/>
            <a:endParaRPr lang="en-US" sz="882" b="0" i="0" kern="1200" dirty="0">
              <a:solidFill>
                <a:schemeClr val="tx1"/>
              </a:solidFill>
              <a:effectLst/>
              <a:latin typeface="Segoe UI" panose="020B0502040204020203" pitchFamily="34" charset="0"/>
              <a:ea typeface="+mn-ea"/>
              <a:cs typeface="+mn-cs"/>
            </a:endParaRPr>
          </a:p>
          <a:p>
            <a:pPr rtl="0" fontAlgn="base"/>
            <a:r>
              <a:rPr lang="en-US" sz="882" b="1" i="0" kern="1200" dirty="0">
                <a:solidFill>
                  <a:schemeClr val="tx1"/>
                </a:solidFill>
                <a:effectLst/>
                <a:latin typeface="Segoe UI" panose="020B0502040204020203" pitchFamily="34" charset="0"/>
                <a:ea typeface="+mn-ea"/>
                <a:cs typeface="+mn-cs"/>
              </a:rPr>
              <a:t>CST Notes</a:t>
            </a:r>
            <a:r>
              <a:rPr lang="en-US" sz="882" b="0" i="0" kern="1200" dirty="0">
                <a:solidFill>
                  <a:schemeClr val="tx1"/>
                </a:solidFill>
                <a:effectLst/>
                <a:latin typeface="Segoe UI" panose="020B0502040204020203" pitchFamily="34" charset="0"/>
                <a:ea typeface="+mn-ea"/>
                <a:cs typeface="+mn-cs"/>
              </a:rPr>
              <a:t>: Have the participants work with Immersive Reader with a sample document and have them dictate in Word.</a:t>
            </a:r>
          </a:p>
          <a:p>
            <a:pPr rtl="0" fontAlgn="base"/>
            <a:endParaRPr lang="en-US" sz="882" b="0" i="0" kern="1200" dirty="0">
              <a:solidFill>
                <a:schemeClr val="tx1"/>
              </a:solidFill>
              <a:effectLst/>
              <a:latin typeface="Segoe UI" panose="020B0502040204020203" pitchFamily="34" charset="0"/>
              <a:ea typeface="+mn-ea"/>
              <a:cs typeface="+mn-cs"/>
            </a:endParaRPr>
          </a:p>
          <a:p>
            <a:br>
              <a:rPr lang="en-US" sz="850" b="0" kern="1200" dirty="0">
                <a:solidFill>
                  <a:schemeClr val="tx1"/>
                </a:solidFill>
                <a:effectLst/>
                <a:latin typeface="Segoe UI"/>
                <a:cs typeface="Segoe UI"/>
              </a:rPr>
            </a:br>
            <a:br>
              <a:rPr lang="en-US" sz="850" b="0" kern="1200" dirty="0">
                <a:solidFill>
                  <a:schemeClr val="tx1"/>
                </a:solidFill>
                <a:effectLst/>
                <a:latin typeface="Segoe UI"/>
                <a:cs typeface="Segoe UI"/>
              </a:rPr>
            </a:br>
            <a:endParaRPr lang="en-US" sz="850" b="0" kern="1200" dirty="0">
              <a:solidFill>
                <a:schemeClr val="tx1"/>
              </a:solidFill>
              <a:effectLst/>
              <a:latin typeface="Segoe UI"/>
              <a:cs typeface="Segoe UI"/>
            </a:endParaRPr>
          </a:p>
          <a:p>
            <a:endParaRPr lang="en-US" sz="850" b="0" kern="1200" dirty="0">
              <a:solidFill>
                <a:schemeClr val="tx1"/>
              </a:solidFill>
              <a:effectLst/>
              <a:latin typeface="Segoe UI"/>
              <a:cs typeface="Segoe UI"/>
            </a:endParaRPr>
          </a:p>
          <a:p>
            <a:endParaRPr lang="en-US"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60174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850" b="1" kern="1200" cap="none" dirty="0">
                <a:solidFill>
                  <a:schemeClr val="tx1"/>
                </a:solidFill>
                <a:effectLst/>
                <a:latin typeface="Segoe UI"/>
                <a:cs typeface="Segoe UI"/>
              </a:rPr>
              <a:t>Say: </a:t>
            </a:r>
            <a:r>
              <a:rPr lang="en-US" sz="800" b="0" i="0" kern="1200" dirty="0">
                <a:solidFill>
                  <a:schemeClr val="tx1"/>
                </a:solidFill>
                <a:effectLst/>
                <a:latin typeface="Segoe UI" panose="020B0502040204020203" pitchFamily="34" charset="0"/>
                <a:ea typeface="+mn-ea"/>
                <a:cs typeface="+mn-cs"/>
              </a:rPr>
              <a:t>Now let’s move on the the next topic. Have a look at the whiteboard on your screen. What do you think about the tools that we have talked about so far? Draw any emoji that shows how you are feeling.</a:t>
            </a:r>
            <a:endParaRPr lang="en-US" sz="800" b="1" i="0" kern="1200" dirty="0">
              <a:solidFill>
                <a:schemeClr val="tx1"/>
              </a:solidFill>
              <a:effectLst/>
              <a:latin typeface="Segoe UI" panose="020B0502040204020203" pitchFamily="34" charset="0"/>
              <a:ea typeface="+mn-ea"/>
              <a:cs typeface="+mn-cs"/>
            </a:endParaRPr>
          </a:p>
          <a:p>
            <a:endParaRPr lang="en-US" sz="850" dirty="0">
              <a:cs typeface="Segoe UI"/>
            </a:endParaRPr>
          </a:p>
          <a:p>
            <a:r>
              <a:rPr lang="en-US" sz="850" b="1" dirty="0">
                <a:latin typeface="Segoe UI"/>
                <a:cs typeface="Segoe UI"/>
              </a:rPr>
              <a:t>Do</a:t>
            </a:r>
            <a:r>
              <a:rPr lang="en-US" sz="850" dirty="0">
                <a:latin typeface="Segoe UI"/>
                <a:cs typeface="Segoe UI"/>
              </a:rPr>
              <a:t>: Interact with the participants as the answers come in.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924379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b="1" kern="1200" cap="none" dirty="0">
                <a:solidFill>
                  <a:schemeClr val="tx1"/>
                </a:solidFill>
                <a:effectLst/>
                <a:latin typeface="Segoe UI"/>
                <a:cs typeface="Segoe UI"/>
              </a:rPr>
              <a:t>Say:</a:t>
            </a:r>
            <a:r>
              <a:rPr lang="en-US" sz="850" dirty="0">
                <a:latin typeface="Segoe UI"/>
                <a:cs typeface="Segoe UI"/>
              </a:rPr>
              <a:t> </a:t>
            </a:r>
            <a:r>
              <a:rPr lang="en-US" sz="882" b="0" i="0" kern="1200" dirty="0">
                <a:solidFill>
                  <a:schemeClr val="tx1"/>
                </a:solidFill>
                <a:effectLst/>
                <a:latin typeface="Segoe UI" panose="020B0502040204020203" pitchFamily="34" charset="0"/>
                <a:ea typeface="+mn-ea"/>
                <a:cs typeface="+mn-cs"/>
              </a:rPr>
              <a:t>OneNote is a really cool digital notebook which allows students to create, take handwritten notes, and easily access their notes from anywhere. Now I am going to show you some actual OneNote pages that will demonstrate how useful this tool is for educators and students. I think that once you see this in use you won’t want to go back to the old way of taking notes ever again.</a:t>
            </a:r>
          </a:p>
          <a:p>
            <a:pPr>
              <a:defRPr/>
            </a:pPr>
            <a:endParaRPr lang="en-US" sz="850" i="0" kern="1200" cap="none" dirty="0">
              <a:solidFill>
                <a:schemeClr val="tx1"/>
              </a:solidFill>
              <a:effectLst/>
              <a:latin typeface="Segoe UI" panose="020B0502040204020203" pitchFamily="34" charset="0"/>
              <a:cs typeface="Segoe UI"/>
            </a:endParaRPr>
          </a:p>
          <a:p>
            <a:r>
              <a:rPr lang="en-US" sz="850" b="1" kern="1200" dirty="0">
                <a:solidFill>
                  <a:schemeClr val="tx1"/>
                </a:solidFill>
                <a:effectLst/>
                <a:latin typeface="Segoe UI"/>
                <a:cs typeface="Segoe UI"/>
              </a:rPr>
              <a:t>Do: </a:t>
            </a:r>
            <a:r>
              <a:rPr lang="en-US" sz="850" b="0" kern="1200" dirty="0">
                <a:solidFill>
                  <a:schemeClr val="tx1"/>
                </a:solidFill>
                <a:effectLst/>
                <a:latin typeface="Segoe UI"/>
                <a:cs typeface="Segoe UI"/>
              </a:rPr>
              <a:t>Show the PPT slide.</a:t>
            </a:r>
            <a:endParaRPr lang="en-US" sz="850" kern="1200" dirty="0">
              <a:solidFill>
                <a:schemeClr val="tx1"/>
              </a:solidFill>
              <a:effectLst/>
              <a:latin typeface="Segoe UI" panose="020B0502040204020203" pitchFamily="34" charset="0"/>
              <a:cs typeface="Segoe UI"/>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1720339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1" dirty="0"/>
              <a:t>Say</a:t>
            </a:r>
            <a:r>
              <a:rPr lang="en-US" sz="800" dirty="0"/>
              <a:t>: OneNote is set up just like a real live notebook which can help students to feel comfortable with using it. This application is incredible for helping students to stay organized. Students are able to type, sketch, write by hand, record audio notes and even include videos. OneNote also allows students to share their notebooks with classmates. They can even take notes together. You couldn’t ask for a more useful tool. Let me show you how to use a few of the features.</a:t>
            </a:r>
          </a:p>
          <a:p>
            <a:endParaRPr lang="en-US" sz="800" b="0" i="0" kern="1200" dirty="0">
              <a:solidFill>
                <a:schemeClr val="tx1"/>
              </a:solidFill>
              <a:effectLst/>
              <a:latin typeface="Segoe UI" panose="020B0502040204020203" pitchFamily="34" charset="0"/>
              <a:ea typeface="+mn-ea"/>
              <a:cs typeface="+mn-cs"/>
            </a:endParaRPr>
          </a:p>
          <a:p>
            <a:r>
              <a:rPr lang="en-US" sz="800" b="1" i="0" kern="1200" dirty="0">
                <a:solidFill>
                  <a:schemeClr val="tx1"/>
                </a:solidFill>
                <a:effectLst/>
                <a:latin typeface="Segoe UI" panose="020B0502040204020203" pitchFamily="34" charset="0"/>
                <a:ea typeface="+mn-ea"/>
                <a:cs typeface="+mn-cs"/>
              </a:rPr>
              <a:t>Do: </a:t>
            </a:r>
            <a:r>
              <a:rPr lang="en-US" sz="800" b="0" i="0" kern="1200" dirty="0">
                <a:solidFill>
                  <a:schemeClr val="tx1"/>
                </a:solidFill>
                <a:effectLst/>
                <a:latin typeface="Segoe UI" panose="020B0502040204020203" pitchFamily="34" charset="0"/>
                <a:ea typeface="+mn-ea"/>
                <a:cs typeface="+mn-cs"/>
              </a:rPr>
              <a:t>Demonstrate how to set up a notebook, makes notes and upload a picture.</a:t>
            </a:r>
          </a:p>
          <a:p>
            <a:endParaRPr lang="en-US" sz="800" b="0" i="0" kern="1200" dirty="0">
              <a:solidFill>
                <a:schemeClr val="tx1"/>
              </a:solidFill>
              <a:effectLst/>
              <a:latin typeface="Segoe UI" panose="020B0502040204020203" pitchFamily="34" charset="0"/>
              <a:ea typeface="+mn-ea"/>
              <a:cs typeface="+mn-cs"/>
            </a:endParaRPr>
          </a:p>
          <a:p>
            <a:r>
              <a:rPr lang="en-US" sz="800" b="1" i="0" kern="1200" dirty="0">
                <a:solidFill>
                  <a:schemeClr val="tx1"/>
                </a:solidFill>
                <a:effectLst/>
                <a:latin typeface="Segoe UI" panose="020B0502040204020203" pitchFamily="34" charset="0"/>
                <a:ea typeface="+mn-ea"/>
                <a:cs typeface="+mn-cs"/>
              </a:rPr>
              <a:t>Say: </a:t>
            </a:r>
            <a:r>
              <a:rPr lang="en-US" sz="800" b="0" i="0" kern="1200" dirty="0">
                <a:solidFill>
                  <a:schemeClr val="tx1"/>
                </a:solidFill>
                <a:effectLst/>
                <a:latin typeface="Segoe UI" panose="020B0502040204020203" pitchFamily="34" charset="0"/>
                <a:ea typeface="+mn-ea"/>
                <a:cs typeface="+mn-cs"/>
              </a:rPr>
              <a:t>Check this feature out. OneNote allows you to write or type any math problem and Math Assistant will help you to solve it quickly while giving step-by-step instructions that help you learn how to solve it.</a:t>
            </a:r>
          </a:p>
          <a:p>
            <a:endParaRPr lang="en-US" sz="800" b="0" i="0" kern="1200" dirty="0">
              <a:solidFill>
                <a:schemeClr val="tx1"/>
              </a:solidFill>
              <a:effectLst/>
              <a:latin typeface="Segoe UI" panose="020B0502040204020203" pitchFamily="34" charset="0"/>
              <a:ea typeface="+mn-ea"/>
              <a:cs typeface="+mn-cs"/>
            </a:endParaRPr>
          </a:p>
          <a:p>
            <a:r>
              <a:rPr lang="en-US" sz="800" b="1" i="0" kern="1200" dirty="0">
                <a:solidFill>
                  <a:schemeClr val="tx1"/>
                </a:solidFill>
                <a:effectLst/>
                <a:latin typeface="Segoe UI" panose="020B0502040204020203" pitchFamily="34" charset="0"/>
                <a:ea typeface="+mn-ea"/>
                <a:cs typeface="+mn-cs"/>
              </a:rPr>
              <a:t>Do: </a:t>
            </a:r>
            <a:r>
              <a:rPr lang="en-US" sz="800" b="0" i="0" kern="1200" dirty="0">
                <a:solidFill>
                  <a:schemeClr val="tx1"/>
                </a:solidFill>
                <a:effectLst/>
                <a:latin typeface="Segoe UI" panose="020B0502040204020203" pitchFamily="34" charset="0"/>
                <a:ea typeface="+mn-ea"/>
                <a:cs typeface="+mn-cs"/>
              </a:rPr>
              <a:t>Share the following video with the participants.</a:t>
            </a:r>
          </a:p>
          <a:p>
            <a:endParaRPr lang="en-US" sz="800" b="0" i="0" kern="1200" dirty="0">
              <a:solidFill>
                <a:schemeClr val="tx1"/>
              </a:solidFill>
              <a:effectLst/>
              <a:latin typeface="Segoe UI" panose="020B0502040204020203" pitchFamily="34" charset="0"/>
              <a:ea typeface="+mn-ea"/>
              <a:cs typeface="+mn-cs"/>
            </a:endParaRPr>
          </a:p>
          <a:p>
            <a:r>
              <a:rPr lang="en-US" sz="800" b="0" i="0" kern="1200" dirty="0">
                <a:solidFill>
                  <a:schemeClr val="tx1"/>
                </a:solidFill>
                <a:effectLst/>
                <a:latin typeface="Segoe UI" panose="020B0502040204020203" pitchFamily="34" charset="0"/>
                <a:ea typeface="+mn-ea"/>
                <a:cs typeface="+mn-cs"/>
              </a:rPr>
              <a:t>https://</a:t>
            </a:r>
            <a:r>
              <a:rPr lang="en-US" sz="800" b="0" i="0" kern="1200" dirty="0" err="1">
                <a:solidFill>
                  <a:schemeClr val="tx1"/>
                </a:solidFill>
                <a:effectLst/>
                <a:latin typeface="Segoe UI" panose="020B0502040204020203" pitchFamily="34" charset="0"/>
                <a:ea typeface="+mn-ea"/>
                <a:cs typeface="+mn-cs"/>
              </a:rPr>
              <a:t>support.microsoft.com</a:t>
            </a:r>
            <a:r>
              <a:rPr lang="en-US" sz="800" b="0" i="0" kern="1200" dirty="0">
                <a:solidFill>
                  <a:schemeClr val="tx1"/>
                </a:solidFill>
                <a:effectLst/>
                <a:latin typeface="Segoe UI" panose="020B0502040204020203" pitchFamily="34" charset="0"/>
                <a:ea typeface="+mn-ea"/>
                <a:cs typeface="+mn-cs"/>
              </a:rPr>
              <a:t>/</a:t>
            </a:r>
            <a:r>
              <a:rPr lang="en-US" sz="800" b="0" i="0" kern="1200" dirty="0" err="1">
                <a:solidFill>
                  <a:schemeClr val="tx1"/>
                </a:solidFill>
                <a:effectLst/>
                <a:latin typeface="Segoe UI" panose="020B0502040204020203" pitchFamily="34" charset="0"/>
                <a:ea typeface="+mn-ea"/>
                <a:cs typeface="+mn-cs"/>
              </a:rPr>
              <a:t>en</a:t>
            </a:r>
            <a:r>
              <a:rPr lang="en-US" sz="800" b="0" i="0" kern="1200" dirty="0">
                <a:solidFill>
                  <a:schemeClr val="tx1"/>
                </a:solidFill>
                <a:effectLst/>
                <a:latin typeface="Segoe UI" panose="020B0502040204020203" pitchFamily="34" charset="0"/>
                <a:ea typeface="+mn-ea"/>
                <a:cs typeface="+mn-cs"/>
              </a:rPr>
              <a:t>-us/office/solve-math-equations-with-math-assistant-in-onenote-1b37bb8d-ecd1-40d7-8d0f-5e6e46547441 </a:t>
            </a:r>
          </a:p>
          <a:p>
            <a:endParaRPr lang="en-US" sz="800" b="0" i="0" kern="1200" dirty="0">
              <a:solidFill>
                <a:schemeClr val="tx1"/>
              </a:solidFill>
              <a:effectLst/>
              <a:latin typeface="Segoe UI" panose="020B0502040204020203" pitchFamily="34" charset="0"/>
              <a:ea typeface="+mn-ea"/>
              <a:cs typeface="+mn-cs"/>
            </a:endParaRPr>
          </a:p>
          <a:p>
            <a:r>
              <a:rPr lang="en-US" sz="800" b="1" i="0" kern="1200" dirty="0">
                <a:solidFill>
                  <a:schemeClr val="tx1"/>
                </a:solidFill>
                <a:effectLst/>
                <a:latin typeface="Segoe UI" panose="020B0502040204020203" pitchFamily="34" charset="0"/>
                <a:ea typeface="+mn-ea"/>
                <a:cs typeface="+mn-cs"/>
              </a:rPr>
              <a:t>Say</a:t>
            </a:r>
            <a:r>
              <a:rPr lang="en-US" sz="800" b="0" i="0" kern="1200" dirty="0">
                <a:solidFill>
                  <a:schemeClr val="tx1"/>
                </a:solidFill>
                <a:effectLst/>
                <a:latin typeface="Segoe UI" panose="020B0502040204020203" pitchFamily="34" charset="0"/>
                <a:ea typeface="+mn-ea"/>
                <a:cs typeface="+mn-cs"/>
              </a:rPr>
              <a:t>: As you can see there are an incredible number of features that OneNote can provide to simplify learning.</a:t>
            </a:r>
          </a:p>
          <a:p>
            <a:pPr rtl="0" fontAlgn="base"/>
            <a:endParaRPr lang="en-US" sz="882" b="0" i="0" kern="1200" dirty="0">
              <a:solidFill>
                <a:schemeClr val="tx1"/>
              </a:solidFill>
              <a:effectLst/>
              <a:latin typeface="Segoe UI" panose="020B0502040204020203" pitchFamily="34" charset="0"/>
              <a:ea typeface="+mn-ea"/>
              <a:cs typeface="+mn-cs"/>
            </a:endParaRPr>
          </a:p>
          <a:p>
            <a:br>
              <a:rPr lang="en-US" sz="850" b="0" kern="1200" dirty="0">
                <a:solidFill>
                  <a:schemeClr val="tx1"/>
                </a:solidFill>
                <a:effectLst/>
                <a:latin typeface="Segoe UI"/>
                <a:cs typeface="Segoe UI"/>
              </a:rPr>
            </a:br>
            <a:br>
              <a:rPr lang="en-US" sz="850" b="0" kern="1200" dirty="0">
                <a:solidFill>
                  <a:schemeClr val="tx1"/>
                </a:solidFill>
                <a:effectLst/>
                <a:latin typeface="Segoe UI"/>
                <a:cs typeface="Segoe UI"/>
              </a:rPr>
            </a:br>
            <a:endParaRPr lang="en-US" sz="850" b="0" kern="1200" dirty="0">
              <a:solidFill>
                <a:schemeClr val="tx1"/>
              </a:solidFill>
              <a:effectLst/>
              <a:latin typeface="Segoe UI"/>
              <a:cs typeface="Segoe UI"/>
            </a:endParaRPr>
          </a:p>
          <a:p>
            <a:endParaRPr lang="en-US" sz="850" b="0" kern="1200" dirty="0">
              <a:solidFill>
                <a:schemeClr val="tx1"/>
              </a:solidFill>
              <a:effectLst/>
              <a:latin typeface="Segoe UI"/>
              <a:cs typeface="Segoe UI"/>
            </a:endParaRPr>
          </a:p>
          <a:p>
            <a:endParaRPr lang="en-US"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1397791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1" kern="1200" cap="none" dirty="0">
                <a:solidFill>
                  <a:schemeClr val="tx1"/>
                </a:solidFill>
                <a:effectLst/>
                <a:latin typeface="Segoe UI"/>
                <a:cs typeface="Segoe UI"/>
              </a:rPr>
              <a:t>Say: </a:t>
            </a:r>
            <a:r>
              <a:rPr lang="en-US" sz="850" dirty="0">
                <a:latin typeface="Segoe UI"/>
                <a:cs typeface="Segoe UI"/>
              </a:rPr>
              <a:t>Remember that Microsoft is constantly developing products to give all students access to their learning goals. Microsoft not only wants to give access, but completely remove barriers within education. Please take the survey about the workshop. I have shared the link with you in Forms which is another app that teachers may use during class meetings. It can be used to take polls, assess student well-being, and for quick assessments.</a:t>
            </a:r>
          </a:p>
          <a:p>
            <a:endParaRPr lang="en-US" sz="850" dirty="0">
              <a:cs typeface="Segoe UI"/>
            </a:endParaRPr>
          </a:p>
          <a:p>
            <a:r>
              <a:rPr lang="en-US" sz="850" b="1" dirty="0">
                <a:latin typeface="Segoe UI"/>
                <a:cs typeface="Segoe UI"/>
              </a:rPr>
              <a:t>Do</a:t>
            </a:r>
            <a:r>
              <a:rPr lang="en-US" sz="850" dirty="0">
                <a:latin typeface="Segoe UI"/>
                <a:cs typeface="Segoe UI"/>
              </a:rPr>
              <a:t>: Remind participants that Microsoft offers many solutions for students with various learning needs. Have the participants take the forms poll.</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1599909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1" kern="1200" cap="none" dirty="0">
                <a:effectLst/>
                <a:latin typeface="Segoe UI"/>
                <a:cs typeface="Segoe UI"/>
              </a:rPr>
              <a:t>Say:</a:t>
            </a:r>
            <a:r>
              <a:rPr lang="en-US" sz="850" dirty="0">
                <a:latin typeface="Segoe UI"/>
                <a:cs typeface="Segoe UI"/>
              </a:rPr>
              <a:t> Do</a:t>
            </a:r>
            <a:r>
              <a:rPr lang="en-US" sz="850" kern="1200" dirty="0">
                <a:effectLst/>
                <a:latin typeface="Segoe UI"/>
                <a:cs typeface="Segoe UI"/>
              </a:rPr>
              <a:t> you </a:t>
            </a:r>
            <a:r>
              <a:rPr lang="en-US" sz="850" dirty="0">
                <a:latin typeface="Segoe UI"/>
                <a:cs typeface="Segoe UI"/>
              </a:rPr>
              <a:t>have any questions about what we’ve discussed </a:t>
            </a:r>
            <a:r>
              <a:rPr lang="en-US" sz="850" kern="1200" dirty="0">
                <a:effectLst/>
                <a:latin typeface="Segoe UI"/>
                <a:cs typeface="Segoe UI"/>
              </a:rPr>
              <a:t>today</a:t>
            </a:r>
            <a:r>
              <a:rPr lang="en-US" sz="850" dirty="0">
                <a:latin typeface="Segoe UI"/>
                <a:cs typeface="Segoe UI"/>
              </a:rPr>
              <a:t>?</a:t>
            </a:r>
            <a:endParaRPr lang="en-US" sz="850" kern="1200" dirty="0">
              <a:effectLst/>
              <a:latin typeface="Segoe UI"/>
              <a:cs typeface="Segoe UI"/>
            </a:endParaRPr>
          </a:p>
          <a:p>
            <a:endParaRPr lang="en-US" kern="1200" dirty="0">
              <a:effectLst/>
              <a:ea typeface="+mn-ea"/>
              <a:cs typeface="+mn-cs"/>
            </a:endParaRPr>
          </a:p>
          <a:p>
            <a:r>
              <a:rPr lang="en-US" sz="850" b="1" kern="1200" cap="none" dirty="0">
                <a:effectLst/>
                <a:latin typeface="Segoe UI"/>
                <a:cs typeface="Segoe UI"/>
              </a:rPr>
              <a:t>Do:</a:t>
            </a:r>
            <a:r>
              <a:rPr lang="en-US" sz="850" dirty="0">
                <a:latin typeface="Segoe UI"/>
                <a:cs typeface="Segoe UI"/>
              </a:rPr>
              <a:t> </a:t>
            </a:r>
            <a:r>
              <a:rPr lang="en-US" sz="850" kern="1200" dirty="0">
                <a:effectLst/>
                <a:latin typeface="Segoe UI"/>
                <a:cs typeface="Segoe UI"/>
              </a:rPr>
              <a:t>Encourage participants to stick around to ask questions.</a:t>
            </a:r>
          </a:p>
          <a:p>
            <a:endParaRPr lang="en-US" kern="1200" dirty="0">
              <a:effectLst/>
              <a:ea typeface="+mn-ea"/>
              <a:cs typeface="+mn-cs"/>
            </a:endParaRPr>
          </a:p>
          <a:p>
            <a:endParaRPr lang="en-US" sz="850" kern="1200" dirty="0">
              <a:solidFill>
                <a:schemeClr val="tx1"/>
              </a:solidFill>
              <a:effectLst/>
              <a:latin typeface="Segoe UI" panose="020B0502040204020203" pitchFamily="34" charset="0"/>
              <a:cs typeface="Segoe UI"/>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10/23/2020 2:32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23935747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descr="Two people sitting at a table using a computer.&#10;&#10;Description automatically generated">
            <a:extLst>
              <a:ext uri="{FF2B5EF4-FFF2-40B4-BE49-F238E27FC236}">
                <a16:creationId xmlns:a16="http://schemas.microsoft.com/office/drawing/2014/main" id="{D9EBD347-2E5F-4FEE-B83B-C065E98D71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pic>
        <p:nvPicPr>
          <p:cNvPr id="9" name="Picture 8">
            <a:extLst>
              <a:ext uri="{FF2B5EF4-FFF2-40B4-BE49-F238E27FC236}">
                <a16:creationId xmlns:a16="http://schemas.microsoft.com/office/drawing/2014/main" id="{E458EE1B-D775-BD4E-A5EB-F69AFBDAE449}"/>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5324475" y="0"/>
            <a:ext cx="6848475" cy="6858000"/>
          </a:xfrm>
          <a:prstGeom prst="rect">
            <a:avLst/>
          </a:prstGeom>
        </p:spPr>
      </p:pic>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descr="Two people sitting at a table using a computer.&#10;&#10;Description automatically generated">
            <a:extLst>
              <a:ext uri="{FF2B5EF4-FFF2-40B4-BE49-F238E27FC236}">
                <a16:creationId xmlns:a16="http://schemas.microsoft.com/office/drawing/2014/main" id="{50139D3A-0CA3-4772-ADA6-CC8D563CD0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1107996"/>
          </a:xfrm>
        </p:spPr>
        <p:txBody>
          <a:bodyPr anchor="t" anchorCtr="0"/>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8263" y="2516622"/>
            <a:ext cx="4158362" cy="3752415"/>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quare Photo - Contrast">
    <p:bg>
      <p:bgPr>
        <a:solidFill>
          <a:srgbClr val="243A5E"/>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1107996"/>
          </a:xfrm>
        </p:spPr>
        <p:txBody>
          <a:bodyPr anchor="t" anchorCtr="0"/>
          <a:lstStyle>
            <a:lvl1pPr>
              <a:defRPr>
                <a:solidFill>
                  <a:srgbClr val="50E6FF"/>
                </a:solidFill>
              </a:defRPr>
            </a:lvl1pPr>
          </a:lstStyle>
          <a:p>
            <a:r>
              <a:rPr lang="en-US"/>
              <a:t>Title square photo layout - contrast</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8263" y="2516622"/>
            <a:ext cx="4158362" cy="338554"/>
          </a:xfrm>
        </p:spPr>
        <p:txBody>
          <a:bodyPr/>
          <a:lstStyle>
            <a:lvl1pPr marL="0" indent="0">
              <a:buNone/>
              <a:defRPr sz="2200">
                <a:solidFill>
                  <a:schemeClr val="bg1"/>
                </a:solidFill>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7141415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335955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5170057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3"/>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custDataLst>
      <p:tags r:id="rId1"/>
    </p:custDataLst>
    <p:extLst>
      <p:ext uri="{BB962C8B-B14F-4D97-AF65-F5344CB8AC3E}">
        <p14:creationId xmlns:p14="http://schemas.microsoft.com/office/powerpoint/2010/main" val="291626771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78085648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0866976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1380531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0732710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a:t>Drag &amp; drop a screenshot </a:t>
            </a:r>
            <a:br>
              <a:rPr lang="en-US"/>
            </a:br>
            <a:r>
              <a:rPr lang="en-US"/>
              <a:t>here or click or tap icon </a:t>
            </a:r>
            <a:br>
              <a:rPr lang="en-US"/>
            </a:br>
            <a:r>
              <a:rPr lang="en-US"/>
              <a:t>below to insert </a:t>
            </a:r>
          </a:p>
        </p:txBody>
      </p:sp>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rgbClr val="50E6FF"/>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90893270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2846397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descr="Two people sitting at a table using a computer.&#10;&#10;Description automatically generated">
            <a:extLst>
              <a:ext uri="{FF2B5EF4-FFF2-40B4-BE49-F238E27FC236}">
                <a16:creationId xmlns:a16="http://schemas.microsoft.com/office/drawing/2014/main" id="{F0370D8E-41E9-42BC-97AE-4DD144454A9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385579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descr="Two people sitting at a table using a computer.&#10;&#10;Description automatically generated">
            <a:extLst>
              <a:ext uri="{FF2B5EF4-FFF2-40B4-BE49-F238E27FC236}">
                <a16:creationId xmlns:a16="http://schemas.microsoft.com/office/drawing/2014/main" id="{FE949C38-00DB-475E-8AFD-95FBAEFDD97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711988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1597479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831798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142672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39157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4562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119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53841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7518446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2215270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46640015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244026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4207933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38035532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Edit Master text</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Edit Master text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179524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Edit Master text</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Edit Master text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Edit Master text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09486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Edit Master text</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Edit Master text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Edit Master text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Edit Master text</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2952055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a:t>Drag &amp; drop a screenshot </a:t>
            </a:r>
            <a:br>
              <a:rPr lang="en-US"/>
            </a:br>
            <a:r>
              <a:rPr lang="en-US"/>
              <a:t>here or click or tap icon </a:t>
            </a:r>
            <a:br>
              <a:rPr lang="en-US"/>
            </a:br>
            <a:r>
              <a:rPr lang="en-US"/>
              <a:t>below to insert </a:t>
            </a:r>
          </a:p>
        </p:txBody>
      </p:sp>
    </p:spTree>
    <p:extLst>
      <p:ext uri="{BB962C8B-B14F-4D97-AF65-F5344CB8AC3E}">
        <p14:creationId xmlns:p14="http://schemas.microsoft.com/office/powerpoint/2010/main" val="822624500"/>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52564"/>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rgbClr val="50E6FF"/>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Edit Master text styles</a:t>
            </a:r>
          </a:p>
        </p:txBody>
      </p:sp>
    </p:spTree>
    <p:extLst>
      <p:ext uri="{BB962C8B-B14F-4D97-AF65-F5344CB8AC3E}">
        <p14:creationId xmlns:p14="http://schemas.microsoft.com/office/powerpoint/2010/main" val="53657030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Edit Master text styles</a:t>
            </a:r>
          </a:p>
        </p:txBody>
      </p:sp>
    </p:spTree>
    <p:extLst>
      <p:ext uri="{BB962C8B-B14F-4D97-AF65-F5344CB8AC3E}">
        <p14:creationId xmlns:p14="http://schemas.microsoft.com/office/powerpoint/2010/main" val="328716966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Edit Master text styles</a:t>
            </a:r>
          </a:p>
        </p:txBody>
      </p:sp>
    </p:spTree>
    <p:extLst>
      <p:ext uri="{BB962C8B-B14F-4D97-AF65-F5344CB8AC3E}">
        <p14:creationId xmlns:p14="http://schemas.microsoft.com/office/powerpoint/2010/main" val="39673948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25437497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966926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1004892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362264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67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848286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9858959"/>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21558554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8306706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6" name="Picture 5" descr="Two people sitting at a table using a computer.&#10;&#10;Description automatically generated">
            <a:extLst>
              <a:ext uri="{FF2B5EF4-FFF2-40B4-BE49-F238E27FC236}">
                <a16:creationId xmlns:a16="http://schemas.microsoft.com/office/drawing/2014/main" id="{4244370E-E120-40E8-AC44-CE6974352D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342490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7" name="Picture 6" descr="Two people sitting at a table using a computer.&#10;&#10;Description automatically generated">
            <a:extLst>
              <a:ext uri="{FF2B5EF4-FFF2-40B4-BE49-F238E27FC236}">
                <a16:creationId xmlns:a16="http://schemas.microsoft.com/office/drawing/2014/main" id="{4B343896-8655-42C4-9189-C99BFED3025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428672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0626982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54942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880361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35713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174319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55938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0260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5322148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1294012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4228044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18605858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918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541320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Edit Master text</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Edit Master text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50810599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Edit Master text</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Edit Master text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Edit Master text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4569309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Edit Master text</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Edit Master text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Edit Master text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Edit Master text</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6353830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a:t>Drag &amp; drop a screenshot </a:t>
            </a:r>
            <a:br>
              <a:rPr lang="en-US"/>
            </a:br>
            <a:r>
              <a:rPr lang="en-US"/>
              <a:t>here or click or tap icon </a:t>
            </a:r>
            <a:br>
              <a:rPr lang="en-US"/>
            </a:br>
            <a:r>
              <a:rPr lang="en-US"/>
              <a:t>below to insert </a:t>
            </a:r>
          </a:p>
        </p:txBody>
      </p:sp>
    </p:spTree>
    <p:extLst>
      <p:ext uri="{BB962C8B-B14F-4D97-AF65-F5344CB8AC3E}">
        <p14:creationId xmlns:p14="http://schemas.microsoft.com/office/powerpoint/2010/main" val="317669625"/>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7705969"/>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rgbClr val="50E6FF"/>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Edit Master text styles</a:t>
            </a:r>
          </a:p>
        </p:txBody>
      </p:sp>
    </p:spTree>
    <p:extLst>
      <p:ext uri="{BB962C8B-B14F-4D97-AF65-F5344CB8AC3E}">
        <p14:creationId xmlns:p14="http://schemas.microsoft.com/office/powerpoint/2010/main" val="90992569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Edit Master text styles</a:t>
            </a:r>
          </a:p>
        </p:txBody>
      </p:sp>
    </p:spTree>
    <p:extLst>
      <p:ext uri="{BB962C8B-B14F-4D97-AF65-F5344CB8AC3E}">
        <p14:creationId xmlns:p14="http://schemas.microsoft.com/office/powerpoint/2010/main" val="221439909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Edit Master text styles</a:t>
            </a:r>
          </a:p>
        </p:txBody>
      </p:sp>
    </p:spTree>
    <p:extLst>
      <p:ext uri="{BB962C8B-B14F-4D97-AF65-F5344CB8AC3E}">
        <p14:creationId xmlns:p14="http://schemas.microsoft.com/office/powerpoint/2010/main" val="321340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9906272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63594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502427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42606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1455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68823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400097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123198485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6848193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descr="Two people sitting at a table using a computer.&#10;&#10;Description automatically generated">
            <a:extLst>
              <a:ext uri="{FF2B5EF4-FFF2-40B4-BE49-F238E27FC236}">
                <a16:creationId xmlns:a16="http://schemas.microsoft.com/office/drawing/2014/main" id="{D9EBD347-2E5F-4FEE-B83B-C065E98D71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9209635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descr="Two people sitting at a table using a computer.&#10;&#10;Description automatically generated">
            <a:extLst>
              <a:ext uri="{FF2B5EF4-FFF2-40B4-BE49-F238E27FC236}">
                <a16:creationId xmlns:a16="http://schemas.microsoft.com/office/drawing/2014/main" id="{50139D3A-0CA3-4772-ADA6-CC8D563CD0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10104257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531541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2630050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5840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48222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39054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191617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15486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2865176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7674842"/>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2301655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98085543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8500338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319581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52191875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0704838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33635724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a:t>Drag &amp; drop a screenshot </a:t>
            </a:r>
            <a:br>
              <a:rPr lang="en-US"/>
            </a:br>
            <a:r>
              <a:rPr lang="en-US"/>
              <a:t>here or click or tap icon </a:t>
            </a:r>
            <a:br>
              <a:rPr lang="en-US"/>
            </a:br>
            <a:r>
              <a:rPr lang="en-US"/>
              <a:t>below to insert </a:t>
            </a:r>
          </a:p>
        </p:txBody>
      </p:sp>
    </p:spTree>
    <p:extLst>
      <p:ext uri="{BB962C8B-B14F-4D97-AF65-F5344CB8AC3E}">
        <p14:creationId xmlns:p14="http://schemas.microsoft.com/office/powerpoint/2010/main" val="1027689844"/>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21230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rgbClr val="50E6FF"/>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167645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7923985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644613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5913648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17676669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101139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716214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4226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59777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947821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61822074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8594690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42EB-E9E0-437C-A949-CB4221E3F8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F70EEF-61C9-4E74-8B5B-8823F2102A7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626CD-4720-4916-9D73-927D162C4C02}"/>
              </a:ext>
            </a:extLst>
          </p:cNvPr>
          <p:cNvSpPr>
            <a:spLocks noGrp="1"/>
          </p:cNvSpPr>
          <p:nvPr>
            <p:ph type="dt" sz="half" idx="10"/>
          </p:nvPr>
        </p:nvSpPr>
        <p:spPr/>
        <p:txBody>
          <a:bodyPr/>
          <a:lstStyle/>
          <a:p>
            <a:fld id="{CE46CDCD-9058-4E57-8244-7B9AEDBC159B}" type="datetimeFigureOut">
              <a:rPr lang="en-US" smtClean="0"/>
              <a:t>10/23/2020</a:t>
            </a:fld>
            <a:endParaRPr lang="en-US"/>
          </a:p>
        </p:txBody>
      </p:sp>
      <p:sp>
        <p:nvSpPr>
          <p:cNvPr id="5" name="Footer Placeholder 4">
            <a:extLst>
              <a:ext uri="{FF2B5EF4-FFF2-40B4-BE49-F238E27FC236}">
                <a16:creationId xmlns:a16="http://schemas.microsoft.com/office/drawing/2014/main" id="{069CFD76-20F1-42F9-815B-963814EA2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198753-A55D-4607-B623-D12EFBA9F074}"/>
              </a:ext>
            </a:extLst>
          </p:cNvPr>
          <p:cNvSpPr>
            <a:spLocks noGrp="1"/>
          </p:cNvSpPr>
          <p:nvPr>
            <p:ph type="sldNum" sz="quarter" idx="12"/>
          </p:nvPr>
        </p:nvSpPr>
        <p:spPr/>
        <p:txBody>
          <a:bodyPr/>
          <a:lstStyle/>
          <a:p>
            <a:fld id="{BD10079B-EC3B-4EFA-916D-F45D1DC85BFC}" type="slidenum">
              <a:rPr lang="en-US" smtClean="0"/>
              <a:t>‹#›</a:t>
            </a:fld>
            <a:endParaRPr lang="en-US"/>
          </a:p>
        </p:txBody>
      </p:sp>
    </p:spTree>
    <p:extLst>
      <p:ext uri="{BB962C8B-B14F-4D97-AF65-F5344CB8AC3E}">
        <p14:creationId xmlns:p14="http://schemas.microsoft.com/office/powerpoint/2010/main" val="221516364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Title, content and pictur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096000" y="0"/>
            <a:ext cx="6096000" cy="6858000"/>
          </a:xfrm>
          <a:solidFill>
            <a:srgbClr val="A80000">
              <a:alpha val="75000"/>
            </a:srgbClr>
          </a:solidFill>
        </p:spPr>
        <p:txBody>
          <a:bodyPr anchor="ctr"/>
          <a:lstStyle>
            <a:lvl1pPr marL="0" indent="0" algn="ctr">
              <a:buNone/>
              <a:defRPr/>
            </a:lvl1pPr>
          </a:lstStyle>
          <a:p>
            <a:r>
              <a:rPr lang="en-US"/>
              <a:t>Insert picture here</a:t>
            </a:r>
          </a:p>
        </p:txBody>
      </p:sp>
      <p:sp>
        <p:nvSpPr>
          <p:cNvPr id="2" name="Title 1"/>
          <p:cNvSpPr>
            <a:spLocks noGrp="1"/>
          </p:cNvSpPr>
          <p:nvPr>
            <p:ph type="title" hasCustomPrompt="1"/>
          </p:nvPr>
        </p:nvSpPr>
        <p:spPr>
          <a:xfrm>
            <a:off x="380999" y="457201"/>
            <a:ext cx="5334001" cy="990600"/>
          </a:xfrm>
        </p:spPr>
        <p:txBody>
          <a:bodyPr anchor="t"/>
          <a:lstStyle>
            <a:lvl1pPr>
              <a:lnSpc>
                <a:spcPts val="5700"/>
              </a:lnSpc>
              <a:defRPr/>
            </a:lvl1pPr>
          </a:lstStyle>
          <a:p>
            <a:r>
              <a:rPr lang="en-US"/>
              <a:t>Slide title</a:t>
            </a:r>
          </a:p>
        </p:txBody>
      </p:sp>
      <p:sp>
        <p:nvSpPr>
          <p:cNvPr id="3" name="Content Placeholder 2"/>
          <p:cNvSpPr>
            <a:spLocks noGrp="1"/>
          </p:cNvSpPr>
          <p:nvPr>
            <p:ph idx="1" hasCustomPrompt="1"/>
          </p:nvPr>
        </p:nvSpPr>
        <p:spPr>
          <a:xfrm>
            <a:off x="390378" y="1834243"/>
            <a:ext cx="5324621" cy="4083790"/>
          </a:xfrm>
        </p:spPr>
        <p:txBody>
          <a:bodyPr/>
          <a:lstStyle>
            <a:lvl1pPr marL="228600" indent="-228600">
              <a:defRPr/>
            </a:lvl1pPr>
            <a:lvl2pPr marL="228600" indent="-228600">
              <a:defRPr/>
            </a:lvl2pPr>
            <a:lvl3pPr marL="228600" indent="-228600">
              <a:defRPr/>
            </a:lvl3pPr>
            <a:lvl4pPr marL="228600" indent="-228600">
              <a:defRPr/>
            </a:lvl4pPr>
            <a:lvl5pPr marL="228600" indent="-228600">
              <a:defRPr/>
            </a:lvl5pPr>
          </a:lstStyle>
          <a:p>
            <a:pPr lvl="0"/>
            <a:r>
              <a:rPr lang="en-US"/>
              <a:t>Slide text</a:t>
            </a:r>
          </a:p>
          <a:p>
            <a:pPr lvl="0"/>
            <a:r>
              <a:rPr lang="en-US"/>
              <a:t>Slide text</a:t>
            </a:r>
          </a:p>
          <a:p>
            <a:pPr lvl="0"/>
            <a:r>
              <a:rPr lang="en-US"/>
              <a:t>Slide text</a:t>
            </a:r>
          </a:p>
          <a:p>
            <a:pPr lvl="0"/>
            <a:r>
              <a:rPr lang="en-US"/>
              <a:t>Slide text</a:t>
            </a:r>
          </a:p>
        </p:txBody>
      </p:sp>
    </p:spTree>
    <p:extLst>
      <p:ext uri="{BB962C8B-B14F-4D97-AF65-F5344CB8AC3E}">
        <p14:creationId xmlns:p14="http://schemas.microsoft.com/office/powerpoint/2010/main" val="36488017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image" Target="../media/image1.emf"/><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theme" Target="../theme/theme2.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8"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 Type="http://schemas.openxmlformats.org/officeDocument/2006/relationships/slideLayout" Target="../slideLayouts/slideLayout68.xml"/><Relationship Id="rId21" Type="http://schemas.openxmlformats.org/officeDocument/2006/relationships/slideLayout" Target="../slideLayouts/slideLayout86.xml"/><Relationship Id="rId34" Type="http://schemas.openxmlformats.org/officeDocument/2006/relationships/image" Target="../media/image1.emf"/><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theme" Target="../theme/theme3.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8" Type="http://schemas.openxmlformats.org/officeDocument/2006/relationships/slideLayout" Target="../slideLayouts/slideLayout7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26" Type="http://schemas.openxmlformats.org/officeDocument/2006/relationships/slideLayout" Target="../slideLayouts/slideLayout123.xml"/><Relationship Id="rId3" Type="http://schemas.openxmlformats.org/officeDocument/2006/relationships/slideLayout" Target="../slideLayouts/slideLayout100.xml"/><Relationship Id="rId21" Type="http://schemas.openxmlformats.org/officeDocument/2006/relationships/slideLayout" Target="../slideLayouts/slideLayout118.xml"/><Relationship Id="rId34" Type="http://schemas.openxmlformats.org/officeDocument/2006/relationships/slideLayout" Target="../slideLayouts/slideLayout131.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5" Type="http://schemas.openxmlformats.org/officeDocument/2006/relationships/slideLayout" Target="../slideLayouts/slideLayout122.xml"/><Relationship Id="rId33" Type="http://schemas.openxmlformats.org/officeDocument/2006/relationships/slideLayout" Target="../slideLayouts/slideLayout130.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20" Type="http://schemas.openxmlformats.org/officeDocument/2006/relationships/slideLayout" Target="../slideLayouts/slideLayout117.xml"/><Relationship Id="rId29" Type="http://schemas.openxmlformats.org/officeDocument/2006/relationships/slideLayout" Target="../slideLayouts/slideLayout126.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24" Type="http://schemas.openxmlformats.org/officeDocument/2006/relationships/slideLayout" Target="../slideLayouts/slideLayout121.xml"/><Relationship Id="rId32" Type="http://schemas.openxmlformats.org/officeDocument/2006/relationships/slideLayout" Target="../slideLayouts/slideLayout129.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23" Type="http://schemas.openxmlformats.org/officeDocument/2006/relationships/slideLayout" Target="../slideLayouts/slideLayout120.xml"/><Relationship Id="rId28" Type="http://schemas.openxmlformats.org/officeDocument/2006/relationships/slideLayout" Target="../slideLayouts/slideLayout125.xml"/><Relationship Id="rId36" Type="http://schemas.openxmlformats.org/officeDocument/2006/relationships/image" Target="../media/image1.emf"/><Relationship Id="rId10" Type="http://schemas.openxmlformats.org/officeDocument/2006/relationships/slideLayout" Target="../slideLayouts/slideLayout107.xml"/><Relationship Id="rId19" Type="http://schemas.openxmlformats.org/officeDocument/2006/relationships/slideLayout" Target="../slideLayouts/slideLayout116.xml"/><Relationship Id="rId31" Type="http://schemas.openxmlformats.org/officeDocument/2006/relationships/slideLayout" Target="../slideLayouts/slideLayout128.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 Id="rId22" Type="http://schemas.openxmlformats.org/officeDocument/2006/relationships/slideLayout" Target="../slideLayouts/slideLayout119.xml"/><Relationship Id="rId27" Type="http://schemas.openxmlformats.org/officeDocument/2006/relationships/slideLayout" Target="../slideLayouts/slideLayout124.xml"/><Relationship Id="rId30" Type="http://schemas.openxmlformats.org/officeDocument/2006/relationships/slideLayout" Target="../slideLayouts/slideLayout127.xml"/><Relationship Id="rId35" Type="http://schemas.openxmlformats.org/officeDocument/2006/relationships/theme" Target="../theme/theme4.xml"/><Relationship Id="rId8"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4610" r:id="rId4"/>
    <p:sldLayoutId id="2147484710" r:id="rId5"/>
    <p:sldLayoutId id="2147484240" r:id="rId6"/>
    <p:sldLayoutId id="2147484736" r:id="rId7"/>
    <p:sldLayoutId id="2147484474" r:id="rId8"/>
    <p:sldLayoutId id="2147484639" r:id="rId9"/>
    <p:sldLayoutId id="2147484603" r:id="rId10"/>
    <p:sldLayoutId id="2147484751" r:id="rId11"/>
    <p:sldLayoutId id="2147484867" r:id="rId12"/>
    <p:sldLayoutId id="2147484752" r:id="rId13"/>
    <p:sldLayoutId id="2147484777" r:id="rId14"/>
    <p:sldLayoutId id="2147484778" r:id="rId15"/>
    <p:sldLayoutId id="2147484779" r:id="rId16"/>
    <p:sldLayoutId id="2147484780" r:id="rId17"/>
    <p:sldLayoutId id="2147484781" r:id="rId18"/>
    <p:sldLayoutId id="2147484782" r:id="rId19"/>
    <p:sldLayoutId id="2147484783" r:id="rId20"/>
    <p:sldLayoutId id="2147484784" r:id="rId21"/>
    <p:sldLayoutId id="2147484785" r:id="rId22"/>
    <p:sldLayoutId id="2147484786" r:id="rId23"/>
    <p:sldLayoutId id="2147484787" r:id="rId24"/>
    <p:sldLayoutId id="2147484249" r:id="rId25"/>
    <p:sldLayoutId id="2147484640" r:id="rId26"/>
    <p:sldLayoutId id="2147484584" r:id="rId27"/>
    <p:sldLayoutId id="2147484583" r:id="rId28"/>
    <p:sldLayoutId id="2147484671" r:id="rId29"/>
    <p:sldLayoutId id="2147484673" r:id="rId30"/>
    <p:sldLayoutId id="2147484585" r:id="rId31"/>
    <p:sldLayoutId id="2147484299" r:id="rId32"/>
    <p:sldLayoutId id="2147484263" r:id="rId3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2633081345"/>
      </p:ext>
    </p:extLst>
  </p:cSld>
  <p:clrMap bg1="lt1" tx1="dk1" bg2="lt2" tx2="dk2" accent1="accent1" accent2="accent2" accent3="accent3" accent4="accent4" accent5="accent5" accent6="accent6" hlink="hlink" folHlink="folHlink"/>
  <p:sldLayoutIdLst>
    <p:sldLayoutId id="2147484800" r:id="rId1"/>
    <p:sldLayoutId id="2147484801" r:id="rId2"/>
    <p:sldLayoutId id="2147484802" r:id="rId3"/>
    <p:sldLayoutId id="2147484803" r:id="rId4"/>
    <p:sldLayoutId id="2147484804" r:id="rId5"/>
    <p:sldLayoutId id="2147484805" r:id="rId6"/>
    <p:sldLayoutId id="2147484806" r:id="rId7"/>
    <p:sldLayoutId id="2147484807" r:id="rId8"/>
    <p:sldLayoutId id="2147484808" r:id="rId9"/>
    <p:sldLayoutId id="2147484809" r:id="rId10"/>
    <p:sldLayoutId id="2147484810" r:id="rId11"/>
    <p:sldLayoutId id="2147484811" r:id="rId12"/>
    <p:sldLayoutId id="2147484812" r:id="rId13"/>
    <p:sldLayoutId id="2147484813" r:id="rId14"/>
    <p:sldLayoutId id="2147484814" r:id="rId15"/>
    <p:sldLayoutId id="2147484815" r:id="rId16"/>
    <p:sldLayoutId id="2147484816" r:id="rId17"/>
    <p:sldLayoutId id="2147484817" r:id="rId18"/>
    <p:sldLayoutId id="2147484818" r:id="rId19"/>
    <p:sldLayoutId id="2147484819" r:id="rId20"/>
    <p:sldLayoutId id="2147484820" r:id="rId21"/>
    <p:sldLayoutId id="2147484821" r:id="rId22"/>
    <p:sldLayoutId id="2147484822" r:id="rId23"/>
    <p:sldLayoutId id="2147484823" r:id="rId24"/>
    <p:sldLayoutId id="2147484824" r:id="rId25"/>
    <p:sldLayoutId id="2147484825" r:id="rId26"/>
    <p:sldLayoutId id="2147484826" r:id="rId27"/>
    <p:sldLayoutId id="2147484827" r:id="rId28"/>
    <p:sldLayoutId id="2147484828" r:id="rId29"/>
    <p:sldLayoutId id="2147484829" r:id="rId30"/>
    <p:sldLayoutId id="2147484830" r:id="rId31"/>
    <p:sldLayoutId id="2147484831"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2009218608"/>
      </p:ext>
    </p:extLst>
  </p:cSld>
  <p:clrMap bg1="dk1" tx1="lt1" bg2="dk2" tx2="lt2" accent1="accent1" accent2="accent2" accent3="accent3" accent4="accent4" accent5="accent5" accent6="accent6" hlink="hlink" folHlink="folHlink"/>
  <p:sldLayoutIdLst>
    <p:sldLayoutId id="2147484676" r:id="rId1"/>
    <p:sldLayoutId id="2147484677" r:id="rId2"/>
    <p:sldLayoutId id="2147484678" r:id="rId3"/>
    <p:sldLayoutId id="2147484679" r:id="rId4"/>
    <p:sldLayoutId id="2147484711" r:id="rId5"/>
    <p:sldLayoutId id="2147484680" r:id="rId6"/>
    <p:sldLayoutId id="2147484737" r:id="rId7"/>
    <p:sldLayoutId id="2147484682" r:id="rId8"/>
    <p:sldLayoutId id="2147484685" r:id="rId9"/>
    <p:sldLayoutId id="2147484686" r:id="rId10"/>
    <p:sldLayoutId id="2147484764" r:id="rId11"/>
    <p:sldLayoutId id="2147484765" r:id="rId12"/>
    <p:sldLayoutId id="2147484788" r:id="rId13"/>
    <p:sldLayoutId id="2147484789" r:id="rId14"/>
    <p:sldLayoutId id="2147484790" r:id="rId15"/>
    <p:sldLayoutId id="2147484791" r:id="rId16"/>
    <p:sldLayoutId id="2147484792" r:id="rId17"/>
    <p:sldLayoutId id="2147484793" r:id="rId18"/>
    <p:sldLayoutId id="2147484794" r:id="rId19"/>
    <p:sldLayoutId id="2147484795" r:id="rId20"/>
    <p:sldLayoutId id="2147484797" r:id="rId21"/>
    <p:sldLayoutId id="2147484796" r:id="rId22"/>
    <p:sldLayoutId id="2147484798" r:id="rId23"/>
    <p:sldLayoutId id="2147484690" r:id="rId24"/>
    <p:sldLayoutId id="2147484691" r:id="rId25"/>
    <p:sldLayoutId id="2147484694" r:id="rId26"/>
    <p:sldLayoutId id="2147484695" r:id="rId27"/>
    <p:sldLayoutId id="2147484697" r:id="rId28"/>
    <p:sldLayoutId id="2147484699" r:id="rId29"/>
    <p:sldLayoutId id="2147484700" r:id="rId30"/>
    <p:sldLayoutId id="2147484701" r:id="rId31"/>
    <p:sldLayoutId id="2147484702"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6"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505620326"/>
      </p:ext>
    </p:extLst>
  </p:cSld>
  <p:clrMap bg1="lt1" tx1="dk1" bg2="lt2" tx2="dk2" accent1="accent1" accent2="accent2" accent3="accent3" accent4="accent4" accent5="accent5" accent6="accent6" hlink="hlink" folHlink="folHlink"/>
  <p:sldLayoutIdLst>
    <p:sldLayoutId id="2147484833" r:id="rId1"/>
    <p:sldLayoutId id="2147484834" r:id="rId2"/>
    <p:sldLayoutId id="2147484835" r:id="rId3"/>
    <p:sldLayoutId id="2147484836" r:id="rId4"/>
    <p:sldLayoutId id="2147484837" r:id="rId5"/>
    <p:sldLayoutId id="2147484838" r:id="rId6"/>
    <p:sldLayoutId id="2147484839" r:id="rId7"/>
    <p:sldLayoutId id="2147484840" r:id="rId8"/>
    <p:sldLayoutId id="2147484841" r:id="rId9"/>
    <p:sldLayoutId id="2147484842" r:id="rId10"/>
    <p:sldLayoutId id="2147484843" r:id="rId11"/>
    <p:sldLayoutId id="2147484844" r:id="rId12"/>
    <p:sldLayoutId id="2147484845" r:id="rId13"/>
    <p:sldLayoutId id="2147484846" r:id="rId14"/>
    <p:sldLayoutId id="2147484847" r:id="rId15"/>
    <p:sldLayoutId id="2147484848" r:id="rId16"/>
    <p:sldLayoutId id="2147484849" r:id="rId17"/>
    <p:sldLayoutId id="2147484850" r:id="rId18"/>
    <p:sldLayoutId id="2147484851" r:id="rId19"/>
    <p:sldLayoutId id="2147484852" r:id="rId20"/>
    <p:sldLayoutId id="2147484853" r:id="rId21"/>
    <p:sldLayoutId id="2147484854" r:id="rId22"/>
    <p:sldLayoutId id="2147484855" r:id="rId23"/>
    <p:sldLayoutId id="2147484856" r:id="rId24"/>
    <p:sldLayoutId id="2147484857" r:id="rId25"/>
    <p:sldLayoutId id="2147484858" r:id="rId26"/>
    <p:sldLayoutId id="2147484859" r:id="rId27"/>
    <p:sldLayoutId id="2147484860" r:id="rId28"/>
    <p:sldLayoutId id="2147484861" r:id="rId29"/>
    <p:sldLayoutId id="2147484862" r:id="rId30"/>
    <p:sldLayoutId id="2147484863" r:id="rId31"/>
    <p:sldLayoutId id="2147484864" r:id="rId32"/>
    <p:sldLayoutId id="2147484865" r:id="rId33"/>
    <p:sldLayoutId id="2147484866" r:id="rId3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0.xml"/><Relationship Id="rId1" Type="http://schemas.openxmlformats.org/officeDocument/2006/relationships/tags" Target="../tags/tag3.xml"/><Relationship Id="rId4" Type="http://schemas.openxmlformats.org/officeDocument/2006/relationships/hyperlink" Target="https://support.office.com/en-us/article/Present-with-real-time-automatic-captions-or-subtitles-in-PowerPoint-68d20e49-aec3-456a-939d-34a79e8ddd5f"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0.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4.xml"/><Relationship Id="rId7" Type="http://schemas.openxmlformats.org/officeDocument/2006/relationships/image" Target="../media/image15.emf"/><Relationship Id="rId2" Type="http://schemas.openxmlformats.org/officeDocument/2006/relationships/slideLayout" Target="../slideLayouts/slideLayout11.xml"/><Relationship Id="rId1" Type="http://schemas.openxmlformats.org/officeDocument/2006/relationships/tags" Target="../tags/tag6.xml"/><Relationship Id="rId6" Type="http://schemas.openxmlformats.org/officeDocument/2006/relationships/image" Target="../media/image14.jpeg"/><Relationship Id="rId5" Type="http://schemas.openxmlformats.org/officeDocument/2006/relationships/image" Target="../media/image13.emf"/><Relationship Id="rId4" Type="http://schemas.openxmlformats.org/officeDocument/2006/relationships/image" Target="../media/image12.png"/><Relationship Id="rId9" Type="http://schemas.openxmlformats.org/officeDocument/2006/relationships/image" Target="../media/image17.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6.emf"/><Relationship Id="rId2" Type="http://schemas.openxmlformats.org/officeDocument/2006/relationships/slideLayout" Target="../slideLayouts/slideLayout18.xml"/><Relationship Id="rId1" Type="http://schemas.openxmlformats.org/officeDocument/2006/relationships/tags" Target="../tags/tag7.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8.xml"/><Relationship Id="rId5" Type="http://schemas.openxmlformats.org/officeDocument/2006/relationships/image" Target="../media/image22.jpeg"/><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5.xml"/><Relationship Id="rId1" Type="http://schemas.openxmlformats.org/officeDocument/2006/relationships/tags" Target="../tags/tag9.xml"/><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10.xml"/><Relationship Id="rId4" Type="http://schemas.openxmlformats.org/officeDocument/2006/relationships/image" Target="../media/image2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5.xml"/><Relationship Id="rId1" Type="http://schemas.openxmlformats.org/officeDocument/2006/relationships/tags" Target="../tags/tag11.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5.xml"/><Relationship Id="rId1" Type="http://schemas.openxmlformats.org/officeDocument/2006/relationships/tags" Target="../tags/tag12.xml"/><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tags" Target="../tags/tag13.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5.xml"/><Relationship Id="rId1" Type="http://schemas.openxmlformats.org/officeDocument/2006/relationships/tags" Target="../tags/tag14.xml"/><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5.xml"/><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16.xml"/><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5.xml"/><Relationship Id="rId1" Type="http://schemas.openxmlformats.org/officeDocument/2006/relationships/tags" Target="../tags/tag17.xml"/><Relationship Id="rId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8.xml"/><Relationship Id="rId4" Type="http://schemas.openxmlformats.org/officeDocument/2006/relationships/hyperlink" Target="https://www.microsoft.com/en-us/store/locations/events"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19.xml"/><Relationship Id="rId4"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A023E2B-BE47-4992-85D8-CB9805EB4340}"/>
              </a:ext>
            </a:extLst>
          </p:cNvPr>
          <p:cNvSpPr>
            <a:spLocks noGrp="1"/>
          </p:cNvSpPr>
          <p:nvPr>
            <p:ph type="title"/>
          </p:nvPr>
        </p:nvSpPr>
        <p:spPr>
          <a:xfrm>
            <a:off x="332578" y="263697"/>
            <a:ext cx="10515600" cy="553998"/>
          </a:xfrm>
        </p:spPr>
        <p:txBody>
          <a:bodyPr/>
          <a:lstStyle/>
          <a:p>
            <a:r>
              <a:rPr lang="en-US">
                <a:solidFill>
                  <a:srgbClr val="000000"/>
                </a:solidFill>
                <a:cs typeface="Segoe UI Light" panose="020B0502040204020203" pitchFamily="34" charset="0"/>
              </a:rPr>
              <a:t>Keep me hidden (1 of 2)</a:t>
            </a:r>
          </a:p>
        </p:txBody>
      </p:sp>
      <p:sp>
        <p:nvSpPr>
          <p:cNvPr id="9" name="TextBox 8">
            <a:extLst>
              <a:ext uri="{FF2B5EF4-FFF2-40B4-BE49-F238E27FC236}">
                <a16:creationId xmlns:a16="http://schemas.microsoft.com/office/drawing/2014/main" id="{9261562E-2E7D-4C4D-828D-5F33CB8DC21F}"/>
              </a:ext>
            </a:extLst>
          </p:cNvPr>
          <p:cNvSpPr txBox="1"/>
          <p:nvPr/>
        </p:nvSpPr>
        <p:spPr>
          <a:xfrm>
            <a:off x="332577" y="947162"/>
            <a:ext cx="1084823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This hidden slide contains a high-level overview of essential information about the workshop. See the leader guide for more details.</a:t>
            </a:r>
          </a:p>
        </p:txBody>
      </p:sp>
      <p:sp>
        <p:nvSpPr>
          <p:cNvPr id="4" name="Rectangle 3">
            <a:extLst>
              <a:ext uri="{FF2B5EF4-FFF2-40B4-BE49-F238E27FC236}">
                <a16:creationId xmlns:a16="http://schemas.microsoft.com/office/drawing/2014/main" id="{F92D809C-B104-4A2D-BD76-39AF57D1CDBD}"/>
              </a:ext>
            </a:extLst>
          </p:cNvPr>
          <p:cNvSpPr/>
          <p:nvPr/>
        </p:nvSpPr>
        <p:spPr bwMode="auto">
          <a:xfrm>
            <a:off x="332577" y="1464955"/>
            <a:ext cx="6096000" cy="363104"/>
          </a:xfrm>
          <a:prstGeom prst="rect">
            <a:avLst/>
          </a:prstGeom>
          <a:solidFill>
            <a:srgbClr val="0078D4"/>
          </a:solidFill>
          <a:ln>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defTabSz="932472" fontAlgn="base">
              <a:spcBef>
                <a:spcPct val="0"/>
              </a:spcBef>
              <a:spcAft>
                <a:spcPct val="0"/>
              </a:spcAft>
            </a:pPr>
            <a:r>
              <a:rPr lang="en-US" sz="1200">
                <a:solidFill>
                  <a:schemeClr val="bg1"/>
                </a:solidFill>
                <a:latin typeface="+mj-lt"/>
                <a:cs typeface="Segoe UI"/>
              </a:rPr>
              <a:t>To run this workshop successfully</a:t>
            </a:r>
            <a:endParaRPr lang="en-US" sz="1200">
              <a:solidFill>
                <a:schemeClr val="bg1"/>
              </a:solidFill>
              <a:latin typeface="+mj-lt"/>
              <a:ea typeface="Segoe UI" pitchFamily="34" charset="0"/>
              <a:cs typeface="Segoe UI" pitchFamily="34" charset="0"/>
            </a:endParaRPr>
          </a:p>
        </p:txBody>
      </p:sp>
      <p:sp>
        <p:nvSpPr>
          <p:cNvPr id="3" name="Rectangle 2">
            <a:extLst>
              <a:ext uri="{FF2B5EF4-FFF2-40B4-BE49-F238E27FC236}">
                <a16:creationId xmlns:a16="http://schemas.microsoft.com/office/drawing/2014/main" id="{F453E954-C240-4036-AF12-FD8DF345BD83}"/>
              </a:ext>
            </a:extLst>
          </p:cNvPr>
          <p:cNvSpPr/>
          <p:nvPr/>
        </p:nvSpPr>
        <p:spPr>
          <a:xfrm>
            <a:off x="332577" y="1828059"/>
            <a:ext cx="6096000" cy="4116919"/>
          </a:xfrm>
          <a:prstGeom prst="rect">
            <a:avLst/>
          </a:prstGeom>
          <a:solidFill>
            <a:schemeClr val="bg1"/>
          </a:solidFill>
          <a:ln w="6350">
            <a:solidFill>
              <a:srgbClr val="0078D4"/>
            </a:solidFill>
          </a:ln>
        </p:spPr>
        <p:txBody>
          <a:bodyPr lIns="91440" tIns="91440" rIns="91440" bIns="91440" anchor="t">
            <a:noAutofit/>
          </a:bodyPr>
          <a:lstStyle/>
          <a:p>
            <a:pPr marL="228600" indent="-228600" defTabSz="914400">
              <a:lnSpc>
                <a:spcPct val="110000"/>
              </a:lnSpc>
              <a:spcBef>
                <a:spcPts val="1000"/>
              </a:spcBef>
              <a:buFont typeface="+mj-lt"/>
              <a:buAutoNum type="arabicPeriod"/>
              <a:defRPr/>
            </a:pPr>
            <a:r>
              <a:rPr lang="en-US" sz="1200" dirty="0">
                <a:solidFill>
                  <a:srgbClr val="000000"/>
                </a:solidFill>
                <a:cs typeface="Segoe UI"/>
              </a:rPr>
              <a:t>Review the facilitator guide. This guide provides an overview, detailed prep instructions, a timed outline of the workshop, and step-by-step demo instructions with annotated screenshots.</a:t>
            </a:r>
          </a:p>
          <a:p>
            <a:pPr marL="228600" indent="-228600">
              <a:lnSpc>
                <a:spcPct val="110000"/>
              </a:lnSpc>
              <a:spcBef>
                <a:spcPts val="1000"/>
              </a:spcBef>
              <a:buFont typeface="+mj-lt"/>
              <a:buAutoNum type="arabicPeriod"/>
            </a:pPr>
            <a:r>
              <a:rPr lang="en-US" sz="1200" dirty="0">
                <a:solidFill>
                  <a:srgbClr val="000000"/>
                </a:solidFill>
                <a:cs typeface="Segoe UI"/>
              </a:rPr>
              <a:t>Revise or hide placeholder slides [1 and 2].</a:t>
            </a:r>
          </a:p>
          <a:p>
            <a:pPr marL="228600" indent="-228600" defTabSz="914400">
              <a:lnSpc>
                <a:spcPct val="110000"/>
              </a:lnSpc>
              <a:spcBef>
                <a:spcPts val="1000"/>
              </a:spcBef>
              <a:buFont typeface="+mj-lt"/>
              <a:buAutoNum type="arabicPeriod"/>
              <a:defRPr/>
            </a:pPr>
            <a:r>
              <a:rPr lang="en-US" sz="1200" dirty="0">
                <a:solidFill>
                  <a:srgbClr val="000000"/>
                </a:solidFill>
                <a:cs typeface="Segoe UI"/>
              </a:rPr>
              <a:t>Post a link to the digital participant guide. The participant guide has a digital worksheet so participants may follow along with the facilitator. It also has links to more learning resources. </a:t>
            </a:r>
          </a:p>
          <a:p>
            <a:pPr marL="228600" indent="-228600" defTabSz="914400">
              <a:lnSpc>
                <a:spcPct val="110000"/>
              </a:lnSpc>
              <a:spcBef>
                <a:spcPts val="1000"/>
              </a:spcBef>
              <a:buFont typeface="+mj-lt"/>
              <a:buAutoNum type="arabicPeriod"/>
              <a:defRPr/>
            </a:pPr>
            <a:r>
              <a:rPr lang="en-US" sz="1200" dirty="0">
                <a:cs typeface="Segoe UI"/>
              </a:rPr>
              <a:t>Per Microsoft accessibility standards, use the </a:t>
            </a:r>
            <a:r>
              <a:rPr lang="en-US" sz="1200" dirty="0">
                <a:cs typeface="Segoe UI"/>
                <a:hlinkClick r:id="rId4"/>
              </a:rPr>
              <a:t>Subtitles</a:t>
            </a:r>
            <a:r>
              <a:rPr lang="en-US" sz="1200" dirty="0">
                <a:cs typeface="Segoe UI"/>
              </a:rPr>
              <a:t> feature in PowerPoint to caption your presentation in real time. </a:t>
            </a:r>
            <a:br>
              <a:rPr lang="en-US" sz="1200" dirty="0">
                <a:cs typeface="Segoe UI"/>
              </a:rPr>
            </a:br>
            <a:endParaRPr lang="en-US" sz="1200" dirty="0">
              <a:cs typeface="Segoe UI"/>
            </a:endParaRPr>
          </a:p>
          <a:p>
            <a:pPr defTabSz="914400">
              <a:lnSpc>
                <a:spcPct val="110000"/>
              </a:lnSpc>
              <a:spcBef>
                <a:spcPts val="1000"/>
              </a:spcBef>
              <a:defRPr/>
            </a:pPr>
            <a:r>
              <a:rPr lang="en-US" sz="1200" dirty="0">
                <a:cs typeface="Segoe UI"/>
              </a:rPr>
              <a:t>***</a:t>
            </a:r>
            <a:r>
              <a:rPr lang="en-US" sz="1200" b="1" dirty="0">
                <a:cs typeface="Segoe UI"/>
              </a:rPr>
              <a:t>CST Session Notes </a:t>
            </a:r>
            <a:r>
              <a:rPr lang="en-US" sz="1200" dirty="0">
                <a:cs typeface="Segoe UI"/>
              </a:rPr>
              <a:t>are on slides #8 and 10. Slide 10, facilitator will send a sample document to the participants to use Immersive Reader and to practice dictation.</a:t>
            </a:r>
          </a:p>
        </p:txBody>
      </p:sp>
      <p:sp>
        <p:nvSpPr>
          <p:cNvPr id="10" name="Rectangle 9">
            <a:extLst>
              <a:ext uri="{FF2B5EF4-FFF2-40B4-BE49-F238E27FC236}">
                <a16:creationId xmlns:a16="http://schemas.microsoft.com/office/drawing/2014/main" id="{F3882AC9-F67D-4529-9D7D-456635E571E5}"/>
              </a:ext>
            </a:extLst>
          </p:cNvPr>
          <p:cNvSpPr/>
          <p:nvPr/>
        </p:nvSpPr>
        <p:spPr bwMode="auto">
          <a:xfrm>
            <a:off x="6834977" y="1464955"/>
            <a:ext cx="5024445" cy="363104"/>
          </a:xfrm>
          <a:prstGeom prst="rect">
            <a:avLst/>
          </a:prstGeom>
          <a:solidFill>
            <a:srgbClr val="0078D4"/>
          </a:solidFill>
          <a:ln w="63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defTabSz="932472" fontAlgn="base">
              <a:spcBef>
                <a:spcPct val="0"/>
              </a:spcBef>
              <a:spcAft>
                <a:spcPct val="0"/>
              </a:spcAft>
            </a:pPr>
            <a:r>
              <a:rPr lang="en-US" sz="1200">
                <a:solidFill>
                  <a:schemeClr val="bg1"/>
                </a:solidFill>
                <a:latin typeface="+mj-lt"/>
                <a:cs typeface="Segoe UI"/>
              </a:rPr>
              <a:t>Setup and materials</a:t>
            </a:r>
            <a:endParaRPr lang="en-US" sz="1200">
              <a:solidFill>
                <a:schemeClr val="bg1"/>
              </a:solidFill>
              <a:latin typeface="+mj-lt"/>
              <a:ea typeface="Segoe UI" pitchFamily="34" charset="0"/>
              <a:cs typeface="Segoe UI" pitchFamily="34" charset="0"/>
            </a:endParaRPr>
          </a:p>
        </p:txBody>
      </p:sp>
      <p:graphicFrame>
        <p:nvGraphicFramePr>
          <p:cNvPr id="12" name="Table 11" descr="Table of required and provided materials">
            <a:extLst>
              <a:ext uri="{FF2B5EF4-FFF2-40B4-BE49-F238E27FC236}">
                <a16:creationId xmlns:a16="http://schemas.microsoft.com/office/drawing/2014/main" id="{3FDD3D68-9DED-4055-8B09-523CB9714FE6}"/>
              </a:ext>
            </a:extLst>
          </p:cNvPr>
          <p:cNvGraphicFramePr>
            <a:graphicFrameLocks noGrp="1"/>
          </p:cNvGraphicFramePr>
          <p:nvPr>
            <p:extLst>
              <p:ext uri="{D42A27DB-BD31-4B8C-83A1-F6EECF244321}">
                <p14:modId xmlns:p14="http://schemas.microsoft.com/office/powerpoint/2010/main" val="2886211753"/>
              </p:ext>
            </p:extLst>
          </p:nvPr>
        </p:nvGraphicFramePr>
        <p:xfrm>
          <a:off x="6834977" y="1828059"/>
          <a:ext cx="5024445" cy="4406943"/>
        </p:xfrm>
        <a:graphic>
          <a:graphicData uri="http://schemas.openxmlformats.org/drawingml/2006/table">
            <a:tbl>
              <a:tblPr firstRow="1" bandRow="1">
                <a:tableStyleId>{5C22544A-7EE6-4342-B048-85BDC9FD1C3A}</a:tableStyleId>
              </a:tblPr>
              <a:tblGrid>
                <a:gridCol w="1153649">
                  <a:extLst>
                    <a:ext uri="{9D8B030D-6E8A-4147-A177-3AD203B41FA5}">
                      <a16:colId xmlns:a16="http://schemas.microsoft.com/office/drawing/2014/main" val="2256344933"/>
                    </a:ext>
                  </a:extLst>
                </a:gridCol>
                <a:gridCol w="3870796">
                  <a:extLst>
                    <a:ext uri="{9D8B030D-6E8A-4147-A177-3AD203B41FA5}">
                      <a16:colId xmlns:a16="http://schemas.microsoft.com/office/drawing/2014/main" val="1960317643"/>
                    </a:ext>
                  </a:extLst>
                </a:gridCol>
              </a:tblGrid>
              <a:tr h="381652">
                <a:tc>
                  <a:txBody>
                    <a:bodyPr/>
                    <a:lstStyle/>
                    <a:p>
                      <a:pPr>
                        <a:spcAft>
                          <a:spcPts val="0"/>
                        </a:spcAft>
                      </a:pPr>
                      <a:r>
                        <a:rPr lang="en-US" sz="1200" b="0" dirty="0">
                          <a:solidFill>
                            <a:schemeClr val="tx1"/>
                          </a:solidFill>
                          <a:latin typeface="+mj-lt"/>
                          <a:cs typeface="Segoe UI"/>
                        </a:rPr>
                        <a:t>Type</a:t>
                      </a:r>
                    </a:p>
                  </a:txBody>
                  <a:tcPr anchor="ct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lnTlToBr w="12700" cmpd="sng">
                      <a:noFill/>
                      <a:prstDash val="solid"/>
                    </a:lnTlToBr>
                    <a:lnBlToTr w="12700" cmpd="sng">
                      <a:noFill/>
                      <a:prstDash val="solid"/>
                    </a:lnBlToTr>
                    <a:solidFill>
                      <a:srgbClr val="E5F4FF"/>
                    </a:solidFill>
                  </a:tcPr>
                </a:tc>
                <a:tc>
                  <a:txBody>
                    <a:bodyPr/>
                    <a:lstStyle/>
                    <a:p>
                      <a:pPr marL="0" indent="0">
                        <a:spcAft>
                          <a:spcPts val="0"/>
                        </a:spcAft>
                        <a:buFont typeface="Arial" panose="020B0604020202020204" pitchFamily="34" charset="0"/>
                        <a:buNone/>
                      </a:pPr>
                      <a:r>
                        <a:rPr lang="en-US" sz="1200" b="0" dirty="0">
                          <a:solidFill>
                            <a:schemeClr val="tx1"/>
                          </a:solidFill>
                          <a:latin typeface="+mj-lt"/>
                          <a:cs typeface="Segoe UI"/>
                        </a:rPr>
                        <a:t>Details</a:t>
                      </a:r>
                    </a:p>
                  </a:txBody>
                  <a:tcPr anchor="ct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lnTlToBr w="12700" cmpd="sng">
                      <a:noFill/>
                      <a:prstDash val="solid"/>
                    </a:lnTlToBr>
                    <a:lnBlToTr w="12700" cmpd="sng">
                      <a:noFill/>
                      <a:prstDash val="solid"/>
                    </a:lnBlToTr>
                    <a:solidFill>
                      <a:srgbClr val="E5F4FF"/>
                    </a:solidFill>
                  </a:tcPr>
                </a:tc>
                <a:extLst>
                  <a:ext uri="{0D108BD9-81ED-4DB2-BD59-A6C34878D82A}">
                    <a16:rowId xmlns:a16="http://schemas.microsoft.com/office/drawing/2014/main" val="1799861463"/>
                  </a:ext>
                </a:extLst>
              </a:tr>
              <a:tr h="1754531">
                <a:tc>
                  <a:txBody>
                    <a:bodyPr/>
                    <a:lstStyle/>
                    <a:p>
                      <a:pPr>
                        <a:spcAft>
                          <a:spcPts val="0"/>
                        </a:spcAft>
                      </a:pPr>
                      <a:r>
                        <a:rPr lang="en-US" sz="1200" b="0" dirty="0">
                          <a:solidFill>
                            <a:schemeClr val="tx1"/>
                          </a:solidFill>
                          <a:latin typeface="+mn-lt"/>
                        </a:rPr>
                        <a:t>Hardware</a:t>
                      </a:r>
                      <a:endParaRPr lang="en-US" sz="1200" b="0" dirty="0">
                        <a:solidFill>
                          <a:schemeClr val="tx1"/>
                        </a:solidFill>
                        <a:latin typeface="+mn-lt"/>
                        <a:cs typeface="Segoe UI" panose="020B0502040204020203" pitchFamily="34" charset="0"/>
                      </a:endParaRPr>
                    </a:p>
                  </a:txBody>
                  <a:tcP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noFill/>
                  </a:tcPr>
                </a:tc>
                <a:tc>
                  <a:txBody>
                    <a:bodyPr/>
                    <a:lstStyle/>
                    <a:p>
                      <a:pPr>
                        <a:spcAft>
                          <a:spcPts val="0"/>
                        </a:spcAft>
                      </a:pPr>
                      <a:r>
                        <a:rPr lang="en-US" sz="1200" dirty="0"/>
                        <a:t>Leader:</a:t>
                      </a:r>
                    </a:p>
                    <a:p>
                      <a:pPr marL="171450" indent="-171450">
                        <a:spcAft>
                          <a:spcPts val="0"/>
                        </a:spcAft>
                        <a:buFont typeface="Arial" panose="020B0604020202020204" pitchFamily="34" charset="0"/>
                        <a:buChar char="•"/>
                      </a:pPr>
                      <a:r>
                        <a:rPr lang="en-US" sz="1200" dirty="0"/>
                        <a:t>Surface Pro</a:t>
                      </a:r>
                    </a:p>
                    <a:p>
                      <a:pPr marL="171450" indent="-171450">
                        <a:spcAft>
                          <a:spcPts val="0"/>
                        </a:spcAft>
                        <a:buFont typeface="Arial" panose="020B0604020202020204" pitchFamily="34" charset="0"/>
                        <a:buChar char="•"/>
                      </a:pPr>
                      <a:r>
                        <a:rPr lang="en-US" sz="1200" dirty="0"/>
                        <a:t>Surface Pen</a:t>
                      </a:r>
                    </a:p>
                    <a:p>
                      <a:pPr marL="171450" indent="-171450">
                        <a:spcAft>
                          <a:spcPts val="0"/>
                        </a:spcAft>
                        <a:buFont typeface="Arial" panose="020B0604020202020204" pitchFamily="34" charset="0"/>
                        <a:buChar char="•"/>
                      </a:pPr>
                      <a:r>
                        <a:rPr lang="en-US" sz="1200" dirty="0"/>
                        <a:t>Screen display and connecting cables</a:t>
                      </a:r>
                    </a:p>
                    <a:p>
                      <a:pPr>
                        <a:spcBef>
                          <a:spcPts val="600"/>
                        </a:spcBef>
                        <a:spcAft>
                          <a:spcPts val="0"/>
                        </a:spcAft>
                      </a:pPr>
                      <a:r>
                        <a:rPr lang="en-US" sz="1200" dirty="0"/>
                        <a:t>Participants: </a:t>
                      </a:r>
                    </a:p>
                    <a:p>
                      <a:pPr marL="171450" indent="-171450">
                        <a:spcAft>
                          <a:spcPts val="0"/>
                        </a:spcAft>
                        <a:buFont typeface="Arial" panose="020B0604020202020204" pitchFamily="34" charset="0"/>
                        <a:buChar char="•"/>
                      </a:pPr>
                      <a:r>
                        <a:rPr lang="en-US" sz="1200" dirty="0"/>
                        <a:t>Surface Pro</a:t>
                      </a:r>
                    </a:p>
                    <a:p>
                      <a:pPr marL="171450" indent="-171450">
                        <a:spcAft>
                          <a:spcPts val="0"/>
                        </a:spcAft>
                        <a:buFont typeface="Arial" panose="020B0604020202020204" pitchFamily="34" charset="0"/>
                        <a:buChar char="•"/>
                      </a:pPr>
                      <a:r>
                        <a:rPr lang="en-US" sz="1200" dirty="0"/>
                        <a:t>Type Cover</a:t>
                      </a:r>
                    </a:p>
                    <a:p>
                      <a:pPr marL="171450" indent="-171450">
                        <a:spcAft>
                          <a:spcPts val="0"/>
                        </a:spcAft>
                        <a:buFont typeface="Arial" panose="020B0604020202020204" pitchFamily="34" charset="0"/>
                        <a:buChar char="•"/>
                      </a:pPr>
                      <a:r>
                        <a:rPr lang="en-US" sz="1200" dirty="0"/>
                        <a:t>Surface Pen</a:t>
                      </a:r>
                      <a:endParaRPr lang="en-US" sz="1200" dirty="0">
                        <a:latin typeface="Segoe UI" panose="020B0502040204020203" pitchFamily="34" charset="0"/>
                        <a:cs typeface="Segoe UI" panose="020B0502040204020203" pitchFamily="34" charset="0"/>
                      </a:endParaRPr>
                    </a:p>
                  </a:txBody>
                  <a:tcP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solidFill>
                      <a:schemeClr val="bg1"/>
                    </a:solidFill>
                  </a:tcPr>
                </a:tc>
                <a:extLst>
                  <a:ext uri="{0D108BD9-81ED-4DB2-BD59-A6C34878D82A}">
                    <a16:rowId xmlns:a16="http://schemas.microsoft.com/office/drawing/2014/main" val="2803093293"/>
                  </a:ext>
                </a:extLst>
              </a:tr>
              <a:tr h="974896">
                <a:tc>
                  <a:txBody>
                    <a:bodyPr/>
                    <a:lstStyle/>
                    <a:p>
                      <a:pPr>
                        <a:spcAft>
                          <a:spcPts val="0"/>
                        </a:spcAft>
                      </a:pPr>
                      <a:r>
                        <a:rPr lang="en-US" sz="1200" b="0" dirty="0">
                          <a:solidFill>
                            <a:schemeClr val="tx1"/>
                          </a:solidFill>
                          <a:latin typeface="+mn-lt"/>
                        </a:rPr>
                        <a:t>Software</a:t>
                      </a:r>
                      <a:endParaRPr lang="en-US" sz="1200" b="0" dirty="0">
                        <a:solidFill>
                          <a:schemeClr val="tx1"/>
                        </a:solidFill>
                        <a:latin typeface="+mn-lt"/>
                        <a:cs typeface="Segoe UI" panose="020B0502040204020203" pitchFamily="34" charset="0"/>
                      </a:endParaRPr>
                    </a:p>
                  </a:txBody>
                  <a:tcP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noFill/>
                  </a:tcPr>
                </a:tc>
                <a:tc>
                  <a:txBody>
                    <a:bodyPr/>
                    <a:lstStyle/>
                    <a:p>
                      <a:pPr>
                        <a:spcAft>
                          <a:spcPts val="0"/>
                        </a:spcAft>
                      </a:pPr>
                      <a:r>
                        <a:rPr lang="en-US" sz="1200" dirty="0"/>
                        <a:t>Leader’s presentation device only:</a:t>
                      </a:r>
                    </a:p>
                    <a:p>
                      <a:pPr marL="171450" lvl="0" indent="-171450">
                        <a:spcAft>
                          <a:spcPts val="0"/>
                        </a:spcAft>
                        <a:buFont typeface="Arial" panose="020B0604020202020204" pitchFamily="34" charset="0"/>
                        <a:buChar char="•"/>
                      </a:pPr>
                      <a:r>
                        <a:rPr lang="en-US" sz="1200" dirty="0"/>
                        <a:t>Access to Microsoft Teams for Education and the PowerPoint</a:t>
                      </a:r>
                      <a:endParaRPr lang="en-US" dirty="0"/>
                    </a:p>
                    <a:p>
                      <a:pPr>
                        <a:spcBef>
                          <a:spcPts val="600"/>
                        </a:spcBef>
                        <a:spcAft>
                          <a:spcPts val="0"/>
                        </a:spcAft>
                      </a:pPr>
                      <a:r>
                        <a:rPr lang="en-US" sz="1200" dirty="0"/>
                        <a:t>All devices:</a:t>
                      </a:r>
                    </a:p>
                    <a:p>
                      <a:pPr marL="171450" lvl="0" indent="-171450">
                        <a:spcAft>
                          <a:spcPts val="0"/>
                        </a:spcAft>
                        <a:buFont typeface="Arial" panose="020B0604020202020204" pitchFamily="34" charset="0"/>
                        <a:buChar char="•"/>
                      </a:pPr>
                      <a:r>
                        <a:rPr lang="en-US" sz="1200" dirty="0">
                          <a:latin typeface="Segoe UI"/>
                          <a:cs typeface="Segoe UI"/>
                        </a:rPr>
                        <a:t>Access to the internet and Microsoft Teams</a:t>
                      </a:r>
                    </a:p>
                  </a:txBody>
                  <a:tcP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solidFill>
                      <a:schemeClr val="bg1"/>
                    </a:solidFill>
                  </a:tcPr>
                </a:tc>
                <a:extLst>
                  <a:ext uri="{0D108BD9-81ED-4DB2-BD59-A6C34878D82A}">
                    <a16:rowId xmlns:a16="http://schemas.microsoft.com/office/drawing/2014/main" val="2035913581"/>
                  </a:ext>
                </a:extLst>
              </a:tr>
              <a:tr h="433639">
                <a:tc>
                  <a:txBody>
                    <a:bodyPr/>
                    <a:lstStyle/>
                    <a:p>
                      <a:pPr>
                        <a:spcAft>
                          <a:spcPts val="0"/>
                        </a:spcAft>
                      </a:pPr>
                      <a:r>
                        <a:rPr lang="en-US" sz="1200" b="0" dirty="0">
                          <a:solidFill>
                            <a:schemeClr val="tx1"/>
                          </a:solidFill>
                          <a:latin typeface="+mn-lt"/>
                        </a:rPr>
                        <a:t>Materials</a:t>
                      </a:r>
                      <a:endParaRPr lang="en-US" sz="1200" b="0" dirty="0">
                        <a:solidFill>
                          <a:schemeClr val="tx1"/>
                        </a:solidFill>
                        <a:latin typeface="+mn-lt"/>
                        <a:cs typeface="Segoe UI" panose="020B0502040204020203" pitchFamily="34" charset="0"/>
                      </a:endParaRPr>
                    </a:p>
                  </a:txBody>
                  <a:tcP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noFill/>
                  </a:tcPr>
                </a:tc>
                <a:tc>
                  <a:txBody>
                    <a:bodyPr/>
                    <a:lstStyle/>
                    <a:p>
                      <a:pPr marL="171450" indent="-171450">
                        <a:spcAft>
                          <a:spcPts val="0"/>
                        </a:spcAft>
                        <a:buFont typeface="Arial" panose="020B0604020202020204" pitchFamily="34" charset="0"/>
                        <a:buChar char="•"/>
                      </a:pPr>
                      <a:r>
                        <a:rPr lang="en-US" sz="1200" dirty="0"/>
                        <a:t>Leader preparation video</a:t>
                      </a:r>
                    </a:p>
                    <a:p>
                      <a:pPr marL="171450" indent="-171450">
                        <a:spcAft>
                          <a:spcPts val="0"/>
                        </a:spcAft>
                        <a:buFont typeface="Arial" panose="020B0604020202020204" pitchFamily="34" charset="0"/>
                        <a:buChar char="•"/>
                      </a:pPr>
                      <a:r>
                        <a:rPr lang="en-US" sz="1200" dirty="0"/>
                        <a:t>PowerPoint presentation</a:t>
                      </a:r>
                    </a:p>
                    <a:p>
                      <a:pPr marL="171450" indent="-171450">
                        <a:spcAft>
                          <a:spcPts val="0"/>
                        </a:spcAft>
                        <a:buFont typeface="Arial" panose="020B0604020202020204" pitchFamily="34" charset="0"/>
                        <a:buChar char="•"/>
                      </a:pPr>
                      <a:r>
                        <a:rPr lang="en-US" sz="1200" dirty="0"/>
                        <a:t>Leader guide</a:t>
                      </a:r>
                    </a:p>
                    <a:p>
                      <a:pPr marL="171450" indent="-171450">
                        <a:spcAft>
                          <a:spcPts val="0"/>
                        </a:spcAft>
                        <a:buFont typeface="Arial" panose="020B0604020202020204" pitchFamily="34" charset="0"/>
                        <a:buChar char="•"/>
                      </a:pPr>
                      <a:r>
                        <a:rPr lang="en-US" sz="1200" dirty="0"/>
                        <a:t>Participant guide</a:t>
                      </a:r>
                    </a:p>
                    <a:p>
                      <a:pPr marL="171450" indent="-171450">
                        <a:spcAft>
                          <a:spcPts val="0"/>
                        </a:spcAft>
                        <a:buFont typeface="Arial" panose="020B0604020202020204" pitchFamily="34" charset="0"/>
                        <a:buChar char="•"/>
                      </a:pPr>
                      <a:r>
                        <a:rPr lang="en-US" sz="1200" dirty="0">
                          <a:latin typeface="Segoe UI"/>
                          <a:cs typeface="Segoe UI"/>
                        </a:rPr>
                        <a:t>Pre-made Forms for Assignment</a:t>
                      </a:r>
                    </a:p>
                    <a:p>
                      <a:pPr marL="171450" lvl="0" indent="-171450">
                        <a:spcAft>
                          <a:spcPts val="0"/>
                        </a:spcAft>
                        <a:buFont typeface="Arial" panose="020B0604020202020204" pitchFamily="34" charset="0"/>
                        <a:buChar char="•"/>
                      </a:pPr>
                      <a:r>
                        <a:rPr lang="en-US" sz="1200" dirty="0">
                          <a:latin typeface="Segoe UI"/>
                          <a:cs typeface="Segoe UI"/>
                        </a:rPr>
                        <a:t>Any link for the course evaluation </a:t>
                      </a:r>
                      <a:endParaRPr lang="en-US" dirty="0"/>
                    </a:p>
                  </a:txBody>
                  <a:tcPr>
                    <a:lnL w="6350" cap="flat" cmpd="sng" algn="ctr">
                      <a:solidFill>
                        <a:srgbClr val="0078D4"/>
                      </a:solidFill>
                      <a:prstDash val="solid"/>
                      <a:round/>
                      <a:headEnd type="none" w="med" len="med"/>
                      <a:tailEnd type="none" w="med" len="med"/>
                    </a:lnL>
                    <a:lnR w="6350" cap="flat" cmpd="sng" algn="ctr">
                      <a:solidFill>
                        <a:srgbClr val="0078D4"/>
                      </a:solidFill>
                      <a:prstDash val="solid"/>
                      <a:round/>
                      <a:headEnd type="none" w="med" len="med"/>
                      <a:tailEnd type="none" w="med" len="med"/>
                    </a:lnR>
                    <a:lnT w="6350" cap="flat" cmpd="sng" algn="ctr">
                      <a:solidFill>
                        <a:srgbClr val="0078D4"/>
                      </a:solidFill>
                      <a:prstDash val="solid"/>
                      <a:round/>
                      <a:headEnd type="none" w="med" len="med"/>
                      <a:tailEnd type="none" w="med" len="med"/>
                    </a:lnT>
                    <a:lnB w="6350" cap="flat" cmpd="sng" algn="ctr">
                      <a:solidFill>
                        <a:srgbClr val="0078D4"/>
                      </a:solidFill>
                      <a:prstDash val="solid"/>
                      <a:round/>
                      <a:headEnd type="none" w="med" len="med"/>
                      <a:tailEnd type="none" w="med" len="med"/>
                    </a:lnB>
                    <a:solidFill>
                      <a:schemeClr val="bg1"/>
                    </a:solidFill>
                  </a:tcPr>
                </a:tc>
                <a:extLst>
                  <a:ext uri="{0D108BD9-81ED-4DB2-BD59-A6C34878D82A}">
                    <a16:rowId xmlns:a16="http://schemas.microsoft.com/office/drawing/2014/main" val="2668792726"/>
                  </a:ext>
                </a:extLst>
              </a:tr>
            </a:tbl>
          </a:graphicData>
        </a:graphic>
      </p:graphicFrame>
    </p:spTree>
    <p:custDataLst>
      <p:tags r:id="rId1"/>
    </p:custDataLst>
    <p:extLst>
      <p:ext uri="{BB962C8B-B14F-4D97-AF65-F5344CB8AC3E}">
        <p14:creationId xmlns:p14="http://schemas.microsoft.com/office/powerpoint/2010/main" val="218381399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A023E2B-BE47-4992-85D8-CB9805EB4340}"/>
              </a:ext>
            </a:extLst>
          </p:cNvPr>
          <p:cNvSpPr>
            <a:spLocks noGrp="1"/>
          </p:cNvSpPr>
          <p:nvPr>
            <p:ph type="title"/>
          </p:nvPr>
        </p:nvSpPr>
        <p:spPr>
          <a:xfrm>
            <a:off x="332578" y="263697"/>
            <a:ext cx="10515600" cy="553998"/>
          </a:xfrm>
        </p:spPr>
        <p:txBody>
          <a:bodyPr/>
          <a:lstStyle/>
          <a:p>
            <a:r>
              <a:rPr lang="en-US">
                <a:solidFill>
                  <a:srgbClr val="000000"/>
                </a:solidFill>
                <a:cs typeface="Segoe UI Light" panose="020B0502040204020203" pitchFamily="34" charset="0"/>
              </a:rPr>
              <a:t>Keep me hidden (2 of 2)</a:t>
            </a:r>
          </a:p>
        </p:txBody>
      </p:sp>
      <p:sp>
        <p:nvSpPr>
          <p:cNvPr id="6" name="TextBox 5">
            <a:extLst>
              <a:ext uri="{FF2B5EF4-FFF2-40B4-BE49-F238E27FC236}">
                <a16:creationId xmlns:a16="http://schemas.microsoft.com/office/drawing/2014/main" id="{BB05A150-902F-47B3-ADCA-1FA0742CC50C}"/>
              </a:ext>
            </a:extLst>
          </p:cNvPr>
          <p:cNvSpPr txBox="1"/>
          <p:nvPr/>
        </p:nvSpPr>
        <p:spPr>
          <a:xfrm>
            <a:off x="332577" y="947162"/>
            <a:ext cx="1084823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This hidden slide contains a high-level overview of essential information about the workshop. See the leader guide for more details.</a:t>
            </a:r>
          </a:p>
        </p:txBody>
      </p:sp>
      <p:sp>
        <p:nvSpPr>
          <p:cNvPr id="5" name="Rectangle 4">
            <a:extLst>
              <a:ext uri="{FF2B5EF4-FFF2-40B4-BE49-F238E27FC236}">
                <a16:creationId xmlns:a16="http://schemas.microsoft.com/office/drawing/2014/main" id="{5F75C8F0-9028-445B-A579-645B7E8BC06B}"/>
              </a:ext>
            </a:extLst>
          </p:cNvPr>
          <p:cNvSpPr/>
          <p:nvPr/>
        </p:nvSpPr>
        <p:spPr bwMode="auto">
          <a:xfrm>
            <a:off x="332576" y="1464955"/>
            <a:ext cx="11454869" cy="363104"/>
          </a:xfrm>
          <a:prstGeom prst="rect">
            <a:avLst/>
          </a:prstGeom>
          <a:solidFill>
            <a:srgbClr val="0078D4"/>
          </a:solidFill>
          <a:ln>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defTabSz="932472" fontAlgn="base">
              <a:spcBef>
                <a:spcPct val="0"/>
              </a:spcBef>
              <a:spcAft>
                <a:spcPct val="0"/>
              </a:spcAft>
            </a:pPr>
            <a:r>
              <a:rPr lang="en-US" sz="1200">
                <a:solidFill>
                  <a:schemeClr val="bg1"/>
                </a:solidFill>
                <a:latin typeface="+mj-lt"/>
                <a:cs typeface="Segoe UI"/>
              </a:rPr>
              <a:t>Required live demonstrations</a:t>
            </a:r>
            <a:endParaRPr lang="en-US" sz="1200">
              <a:solidFill>
                <a:schemeClr val="bg1"/>
              </a:solidFill>
              <a:latin typeface="+mj-lt"/>
              <a:ea typeface="Segoe UI" pitchFamily="34" charset="0"/>
              <a:cs typeface="Segoe UI" pitchFamily="34" charset="0"/>
            </a:endParaRPr>
          </a:p>
        </p:txBody>
      </p:sp>
      <p:sp>
        <p:nvSpPr>
          <p:cNvPr id="7" name="Rectangle 6">
            <a:extLst>
              <a:ext uri="{FF2B5EF4-FFF2-40B4-BE49-F238E27FC236}">
                <a16:creationId xmlns:a16="http://schemas.microsoft.com/office/drawing/2014/main" id="{227A5F7B-FBA3-4DD8-9FE6-08AD8B885A5D}"/>
              </a:ext>
            </a:extLst>
          </p:cNvPr>
          <p:cNvSpPr/>
          <p:nvPr/>
        </p:nvSpPr>
        <p:spPr>
          <a:xfrm>
            <a:off x="332576" y="1828059"/>
            <a:ext cx="11454869" cy="4116919"/>
          </a:xfrm>
          <a:prstGeom prst="rect">
            <a:avLst/>
          </a:prstGeom>
          <a:solidFill>
            <a:schemeClr val="bg1"/>
          </a:solidFill>
          <a:ln w="6350">
            <a:solidFill>
              <a:srgbClr val="0078D4"/>
            </a:solidFill>
          </a:ln>
        </p:spPr>
        <p:txBody>
          <a:bodyPr lIns="91440" tIns="91440" rIns="91440" bIns="91440" anchor="t">
            <a:noAutofit/>
          </a:bodyPr>
          <a:lstStyle/>
          <a:p>
            <a:pPr lvl="0" defTabSz="914400">
              <a:lnSpc>
                <a:spcPct val="110000"/>
              </a:lnSpc>
              <a:spcBef>
                <a:spcPts val="1000"/>
              </a:spcBef>
              <a:defRPr/>
            </a:pPr>
            <a:r>
              <a:rPr lang="en-US" sz="1200" dirty="0">
                <a:solidFill>
                  <a:srgbClr val="000000"/>
                </a:solidFill>
                <a:latin typeface="Segoe UI"/>
                <a:cs typeface="Segoe UI"/>
              </a:rPr>
              <a:t>To deliver this workshop, you must be able to successfully demo the following tools and features. Step-by-step instructions for these simple, quick demos are detailed in the leader guide’s demonstration instructions section and included in the relevant slide notes. Resource links are provided here for your convenience to support your preparation:</a:t>
            </a:r>
          </a:p>
          <a:p>
            <a:pPr marL="228600" indent="-228600" defTabSz="914400">
              <a:lnSpc>
                <a:spcPct val="110000"/>
              </a:lnSpc>
              <a:spcBef>
                <a:spcPts val="1000"/>
              </a:spcBef>
              <a:buFont typeface="+mj-lt"/>
              <a:buAutoNum type="arabicPeriod"/>
              <a:defRPr/>
            </a:pPr>
            <a:r>
              <a:rPr lang="en-US" sz="1200" dirty="0">
                <a:ea typeface="+mn-lt"/>
                <a:cs typeface="+mn-lt"/>
              </a:rPr>
              <a:t>Immersive Reader</a:t>
            </a:r>
          </a:p>
          <a:p>
            <a:pPr marL="228600" indent="-228600" defTabSz="914400">
              <a:lnSpc>
                <a:spcPct val="110000"/>
              </a:lnSpc>
              <a:spcBef>
                <a:spcPts val="1000"/>
              </a:spcBef>
              <a:buFont typeface="+mj-lt"/>
              <a:buAutoNum type="arabicPeriod"/>
              <a:defRPr/>
            </a:pPr>
            <a:r>
              <a:rPr lang="en-US" sz="1200" dirty="0">
                <a:ea typeface="+mn-lt"/>
                <a:cs typeface="+mn-lt"/>
              </a:rPr>
              <a:t>Dictation</a:t>
            </a:r>
          </a:p>
          <a:p>
            <a:pPr marL="228600" indent="-228600" defTabSz="914400">
              <a:lnSpc>
                <a:spcPct val="110000"/>
              </a:lnSpc>
              <a:spcBef>
                <a:spcPts val="1000"/>
              </a:spcBef>
              <a:buAutoNum type="arabicPeriod"/>
              <a:defRPr/>
            </a:pPr>
            <a:r>
              <a:rPr lang="en-US" sz="1200" dirty="0">
                <a:ea typeface="+mn-lt"/>
                <a:cs typeface="+mn-lt"/>
              </a:rPr>
              <a:t>PowerPoint Live</a:t>
            </a:r>
          </a:p>
          <a:p>
            <a:pPr marL="228600" indent="-228600" defTabSz="914400">
              <a:lnSpc>
                <a:spcPct val="110000"/>
              </a:lnSpc>
              <a:spcBef>
                <a:spcPts val="1000"/>
              </a:spcBef>
              <a:buAutoNum type="arabicPeriod"/>
              <a:defRPr/>
            </a:pPr>
            <a:r>
              <a:rPr lang="en-US" sz="1200" dirty="0">
                <a:ea typeface="+mn-lt"/>
                <a:cs typeface="+mn-lt"/>
              </a:rPr>
              <a:t>PowerPoint Designer</a:t>
            </a:r>
          </a:p>
          <a:p>
            <a:pPr marL="228600" indent="-228600" defTabSz="914400">
              <a:lnSpc>
                <a:spcPct val="110000"/>
              </a:lnSpc>
              <a:spcBef>
                <a:spcPts val="1000"/>
              </a:spcBef>
              <a:buAutoNum type="arabicPeriod"/>
              <a:defRPr/>
            </a:pPr>
            <a:r>
              <a:rPr lang="en-US" sz="1200" dirty="0">
                <a:ea typeface="+mn-lt"/>
                <a:cs typeface="+mn-lt"/>
              </a:rPr>
              <a:t>OneNote</a:t>
            </a:r>
          </a:p>
          <a:p>
            <a:pPr defTabSz="914400">
              <a:lnSpc>
                <a:spcPct val="110000"/>
              </a:lnSpc>
              <a:spcBef>
                <a:spcPts val="1000"/>
              </a:spcBef>
              <a:defRPr/>
            </a:pPr>
            <a:r>
              <a:rPr lang="en" sz="1200" dirty="0">
                <a:solidFill>
                  <a:srgbClr val="000000"/>
                </a:solidFill>
                <a:latin typeface="Segoe UI"/>
                <a:cs typeface="Segoe UI"/>
              </a:rPr>
              <a:t>See the Facilitator’s Guide pages 6 – 10 for step by step demonstrations. </a:t>
            </a:r>
            <a:br>
              <a:rPr lang="en" sz="1200" dirty="0">
                <a:solidFill>
                  <a:srgbClr val="000000"/>
                </a:solidFill>
                <a:latin typeface="Segoe UI"/>
                <a:cs typeface="Segoe UI"/>
              </a:rPr>
            </a:br>
            <a:br>
              <a:rPr lang="en" sz="1200" dirty="0">
                <a:solidFill>
                  <a:srgbClr val="000000"/>
                </a:solidFill>
                <a:latin typeface="Segoe UI"/>
                <a:cs typeface="Segoe UI"/>
              </a:rPr>
            </a:br>
            <a:r>
              <a:rPr lang="en-US" sz="1200" dirty="0">
                <a:cs typeface="Segoe UI"/>
              </a:rPr>
              <a:t>***</a:t>
            </a:r>
            <a:r>
              <a:rPr lang="en-US" sz="1200" b="1" dirty="0">
                <a:cs typeface="Segoe UI"/>
              </a:rPr>
              <a:t>CST Session Notes </a:t>
            </a:r>
            <a:r>
              <a:rPr lang="en-US" sz="1200" dirty="0">
                <a:cs typeface="Segoe UI"/>
              </a:rPr>
              <a:t>are on slides 10 and 12. Slide 12, facilitator will send a shared document to the participants to practice the dictation skill. On slides 9 and 10 facilitator will have participants work in PowerPoint to show QuickStart function and Design functions. </a:t>
            </a:r>
          </a:p>
          <a:p>
            <a:pPr defTabSz="914400">
              <a:lnSpc>
                <a:spcPct val="110000"/>
              </a:lnSpc>
              <a:spcBef>
                <a:spcPts val="1000"/>
              </a:spcBef>
              <a:defRPr/>
            </a:pPr>
            <a:endParaRPr lang="en" sz="1200" dirty="0">
              <a:solidFill>
                <a:srgbClr val="000000"/>
              </a:solidFill>
              <a:latin typeface="Segoe UI" panose="020B0502040204020203" pitchFamily="34" charset="0"/>
              <a:cs typeface="Segoe UI" panose="020B0502040204020203" pitchFamily="34" charset="0"/>
            </a:endParaRPr>
          </a:p>
          <a:p>
            <a:pPr marL="228600" indent="-228600" defTabSz="914400">
              <a:lnSpc>
                <a:spcPct val="110000"/>
              </a:lnSpc>
              <a:spcBef>
                <a:spcPts val="1000"/>
              </a:spcBef>
              <a:buAutoNum type="arabicPeriod"/>
              <a:defRPr/>
            </a:pPr>
            <a:endParaRPr lang="en-US" sz="1200" dirty="0">
              <a:solidFill>
                <a:srgbClr val="000000"/>
              </a:solidFill>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14950392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541D8-AA21-4638-9173-D2E7BCC98F51}"/>
              </a:ext>
            </a:extLst>
          </p:cNvPr>
          <p:cNvSpPr>
            <a:spLocks noGrp="1"/>
          </p:cNvSpPr>
          <p:nvPr>
            <p:ph type="title"/>
          </p:nvPr>
        </p:nvSpPr>
        <p:spPr>
          <a:xfrm>
            <a:off x="447097" y="970092"/>
            <a:ext cx="4167887" cy="2769989"/>
          </a:xfrm>
        </p:spPr>
        <p:txBody>
          <a:bodyPr/>
          <a:lstStyle/>
          <a:p>
            <a:r>
              <a:rPr lang="en-US" dirty="0">
                <a:cs typeface="Segoe UI"/>
              </a:rPr>
              <a:t>Introducing Microsoft 365 Features to Support Remote and Hybrid Learning</a:t>
            </a:r>
            <a:endParaRPr lang="en-US" dirty="0"/>
          </a:p>
        </p:txBody>
      </p:sp>
      <p:sp>
        <p:nvSpPr>
          <p:cNvPr id="3" name="Text Placeholder 2">
            <a:extLst>
              <a:ext uri="{FF2B5EF4-FFF2-40B4-BE49-F238E27FC236}">
                <a16:creationId xmlns:a16="http://schemas.microsoft.com/office/drawing/2014/main" id="{3CC7033A-3959-418D-ABBB-09263BF93BEC}"/>
              </a:ext>
            </a:extLst>
          </p:cNvPr>
          <p:cNvSpPr>
            <a:spLocks noGrp="1"/>
          </p:cNvSpPr>
          <p:nvPr>
            <p:ph type="body" sz="quarter" idx="12"/>
          </p:nvPr>
        </p:nvSpPr>
        <p:spPr>
          <a:xfrm>
            <a:off x="450401" y="4299284"/>
            <a:ext cx="4164583" cy="677108"/>
          </a:xfrm>
        </p:spPr>
        <p:txBody>
          <a:bodyPr/>
          <a:lstStyle/>
          <a:p>
            <a:r>
              <a:rPr lang="en-US"/>
              <a:t>Educator Insider Series: </a:t>
            </a:r>
          </a:p>
          <a:p>
            <a:r>
              <a:rPr lang="en-US"/>
              <a:t>Facilitated Learning Workshops</a:t>
            </a:r>
          </a:p>
        </p:txBody>
      </p:sp>
      <p:pic>
        <p:nvPicPr>
          <p:cNvPr id="11" name="Picture 10" descr="A family of three are sitting on a couch. The elementary student is on his tablet, while mother is on her laptop. ">
            <a:extLst>
              <a:ext uri="{FF2B5EF4-FFF2-40B4-BE49-F238E27FC236}">
                <a16:creationId xmlns:a16="http://schemas.microsoft.com/office/drawing/2014/main" id="{CCA67346-FA7F-49B0-B847-1B2901684F1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318234" y="0"/>
            <a:ext cx="8653956" cy="6858000"/>
          </a:xfrm>
          <a:prstGeom prst="rect">
            <a:avLst/>
          </a:prstGeom>
        </p:spPr>
      </p:pic>
    </p:spTree>
    <p:custDataLst>
      <p:tags r:id="rId1"/>
    </p:custDataLst>
    <p:extLst>
      <p:ext uri="{BB962C8B-B14F-4D97-AF65-F5344CB8AC3E}">
        <p14:creationId xmlns:p14="http://schemas.microsoft.com/office/powerpoint/2010/main" val="8197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1793-3545-41D0-8908-7B81E889296D}"/>
              </a:ext>
            </a:extLst>
          </p:cNvPr>
          <p:cNvSpPr>
            <a:spLocks noGrp="1"/>
          </p:cNvSpPr>
          <p:nvPr>
            <p:ph type="title"/>
          </p:nvPr>
        </p:nvSpPr>
        <p:spPr>
          <a:xfrm>
            <a:off x="569823" y="507051"/>
            <a:ext cx="4158362" cy="553998"/>
          </a:xfrm>
        </p:spPr>
        <p:txBody>
          <a:bodyPr anchor="t" anchorCtr="0"/>
          <a:lstStyle/>
          <a:p>
            <a:r>
              <a:rPr lang="en-US"/>
              <a:t>Overview</a:t>
            </a:r>
          </a:p>
        </p:txBody>
      </p:sp>
      <p:sp>
        <p:nvSpPr>
          <p:cNvPr id="3" name="Text Placeholder 2">
            <a:extLst>
              <a:ext uri="{FF2B5EF4-FFF2-40B4-BE49-F238E27FC236}">
                <a16:creationId xmlns:a16="http://schemas.microsoft.com/office/drawing/2014/main" id="{AF240D59-B831-4BDD-BA76-9E3B3BA76D50}"/>
              </a:ext>
            </a:extLst>
          </p:cNvPr>
          <p:cNvSpPr>
            <a:spLocks noGrp="1"/>
          </p:cNvSpPr>
          <p:nvPr>
            <p:ph type="body" sz="quarter" idx="10"/>
          </p:nvPr>
        </p:nvSpPr>
        <p:spPr>
          <a:xfrm>
            <a:off x="569823" y="1297258"/>
            <a:ext cx="4617319" cy="4708981"/>
          </a:xfrm>
        </p:spPr>
        <p:txBody>
          <a:bodyPr vert="horz" wrap="square" lIns="0" tIns="0" rIns="0" bIns="0" rtlCol="0" anchor="t">
            <a:spAutoFit/>
          </a:bodyPr>
          <a:lstStyle/>
          <a:p>
            <a:r>
              <a:rPr lang="en-US" dirty="0">
                <a:cs typeface="Segoe UI"/>
              </a:rPr>
              <a:t>How can Microsoft 365 applications help students, educators and parents work together?</a:t>
            </a:r>
            <a:endParaRPr lang="en-US" dirty="0"/>
          </a:p>
          <a:p>
            <a:endParaRPr lang="en-US" sz="1200" dirty="0"/>
          </a:p>
          <a:p>
            <a:endParaRPr lang="en-US" sz="1200" dirty="0">
              <a:cs typeface="Segoe UI"/>
            </a:endParaRPr>
          </a:p>
          <a:p>
            <a:r>
              <a:rPr lang="en-US" dirty="0">
                <a:cs typeface="Segoe UI"/>
              </a:rPr>
              <a:t>        Microsoft 365  applications </a:t>
            </a:r>
            <a:endParaRPr lang="en-US" dirty="0"/>
          </a:p>
          <a:p>
            <a:endParaRPr lang="en-US" dirty="0">
              <a:cs typeface="Segoe UI"/>
            </a:endParaRPr>
          </a:p>
          <a:p>
            <a:r>
              <a:rPr lang="en-US" dirty="0">
                <a:cs typeface="Segoe UI"/>
              </a:rPr>
              <a:t>        PowerPoint Expanded</a:t>
            </a:r>
            <a:endParaRPr lang="en-US" dirty="0"/>
          </a:p>
          <a:p>
            <a:endParaRPr lang="en-US" dirty="0"/>
          </a:p>
          <a:p>
            <a:r>
              <a:rPr lang="en-US" dirty="0">
                <a:cs typeface="Segoe UI"/>
              </a:rPr>
              <a:t>        Word Enhanced</a:t>
            </a:r>
          </a:p>
          <a:p>
            <a:endParaRPr lang="en-US" dirty="0">
              <a:cs typeface="Segoe UI"/>
            </a:endParaRPr>
          </a:p>
          <a:p>
            <a:r>
              <a:rPr lang="en-US" dirty="0">
                <a:cs typeface="Segoe UI"/>
              </a:rPr>
              <a:t>        OneNote</a:t>
            </a:r>
            <a:endParaRPr lang="en-US" dirty="0"/>
          </a:p>
          <a:p>
            <a:endParaRPr lang="en-US" dirty="0"/>
          </a:p>
        </p:txBody>
      </p:sp>
      <p:pic>
        <p:nvPicPr>
          <p:cNvPr id="40" name="Picture 39">
            <a:extLst>
              <a:ext uri="{FF2B5EF4-FFF2-40B4-BE49-F238E27FC236}">
                <a16:creationId xmlns:a16="http://schemas.microsoft.com/office/drawing/2014/main" id="{FF4B23AE-A177-E24A-BBB8-0D53BF7492AB}"/>
              </a:ext>
            </a:extLst>
          </p:cNvPr>
          <p:cNvPicPr>
            <a:picLocks noChangeAspect="1"/>
          </p:cNvPicPr>
          <p:nvPr/>
        </p:nvPicPr>
        <p:blipFill>
          <a:blip r:embed="rId4"/>
          <a:stretch>
            <a:fillRect/>
          </a:stretch>
        </p:blipFill>
        <p:spPr>
          <a:xfrm>
            <a:off x="7211429" y="2373064"/>
            <a:ext cx="3899648" cy="2002866"/>
          </a:xfrm>
          <a:prstGeom prst="rect">
            <a:avLst/>
          </a:prstGeom>
        </p:spPr>
      </p:pic>
      <p:pic>
        <p:nvPicPr>
          <p:cNvPr id="7" name="Picture 6">
            <a:extLst>
              <a:ext uri="{FF2B5EF4-FFF2-40B4-BE49-F238E27FC236}">
                <a16:creationId xmlns:a16="http://schemas.microsoft.com/office/drawing/2014/main" id="{CDFF823A-64FC-4814-9A41-14423A42C020}"/>
              </a:ext>
            </a:extLst>
          </p:cNvPr>
          <p:cNvPicPr>
            <a:picLocks noChangeAspect="1"/>
          </p:cNvPicPr>
          <p:nvPr/>
        </p:nvPicPr>
        <p:blipFill>
          <a:blip r:embed="rId5"/>
          <a:stretch>
            <a:fillRect/>
          </a:stretch>
        </p:blipFill>
        <p:spPr>
          <a:xfrm>
            <a:off x="569823" y="2777335"/>
            <a:ext cx="406400" cy="406400"/>
          </a:xfrm>
          <a:prstGeom prst="rect">
            <a:avLst/>
          </a:prstGeom>
        </p:spPr>
      </p:pic>
      <p:pic>
        <p:nvPicPr>
          <p:cNvPr id="12" name="Picture Placeholder 11" descr="A father and two elementary aged students are sharing a tablet computer. ">
            <a:extLst>
              <a:ext uri="{FF2B5EF4-FFF2-40B4-BE49-F238E27FC236}">
                <a16:creationId xmlns:a16="http://schemas.microsoft.com/office/drawing/2014/main" id="{99EBC7D2-19EC-4672-A990-D12BD06226A3}"/>
              </a:ext>
            </a:extLst>
          </p:cNvPr>
          <p:cNvPicPr>
            <a:picLocks noGrp="1" noChangeAspect="1"/>
          </p:cNvPicPr>
          <p:nvPr>
            <p:ph type="pic" sz="quarter" idx="11"/>
          </p:nvPr>
        </p:nvPicPr>
        <p:blipFill rotWithShape="1">
          <a:blip r:embed="rId6" cstate="screen">
            <a:extLst>
              <a:ext uri="{28A0092B-C50C-407E-A947-70E740481C1C}">
                <a14:useLocalDpi xmlns:a14="http://schemas.microsoft.com/office/drawing/2010/main"/>
              </a:ext>
            </a:extLst>
          </a:blip>
          <a:srcRect/>
          <a:stretch/>
        </p:blipFill>
        <p:spPr>
          <a:xfrm>
            <a:off x="5334000" y="0"/>
            <a:ext cx="6858000" cy="6858000"/>
          </a:xfrm>
        </p:spPr>
      </p:pic>
      <p:pic>
        <p:nvPicPr>
          <p:cNvPr id="11" name="Picture 10">
            <a:extLst>
              <a:ext uri="{FF2B5EF4-FFF2-40B4-BE49-F238E27FC236}">
                <a16:creationId xmlns:a16="http://schemas.microsoft.com/office/drawing/2014/main" id="{A5E86F3C-EBA6-4C5D-8A6E-1D57BB897E20}"/>
              </a:ext>
            </a:extLst>
          </p:cNvPr>
          <p:cNvPicPr>
            <a:picLocks noChangeAspect="1"/>
          </p:cNvPicPr>
          <p:nvPr/>
        </p:nvPicPr>
        <p:blipFill>
          <a:blip r:embed="rId7"/>
          <a:stretch>
            <a:fillRect/>
          </a:stretch>
        </p:blipFill>
        <p:spPr>
          <a:xfrm>
            <a:off x="569823" y="3591514"/>
            <a:ext cx="406400" cy="406400"/>
          </a:xfrm>
          <a:prstGeom prst="rect">
            <a:avLst/>
          </a:prstGeom>
        </p:spPr>
      </p:pic>
      <p:pic>
        <p:nvPicPr>
          <p:cNvPr id="13" name="Picture 12">
            <a:extLst>
              <a:ext uri="{FF2B5EF4-FFF2-40B4-BE49-F238E27FC236}">
                <a16:creationId xmlns:a16="http://schemas.microsoft.com/office/drawing/2014/main" id="{B5A8906E-57B9-4F77-A0A1-564C13A224C0}"/>
              </a:ext>
            </a:extLst>
          </p:cNvPr>
          <p:cNvPicPr>
            <a:picLocks noChangeAspect="1"/>
          </p:cNvPicPr>
          <p:nvPr/>
        </p:nvPicPr>
        <p:blipFill>
          <a:blip r:embed="rId8"/>
          <a:stretch>
            <a:fillRect/>
          </a:stretch>
        </p:blipFill>
        <p:spPr>
          <a:xfrm>
            <a:off x="569823" y="5219872"/>
            <a:ext cx="406400" cy="406400"/>
          </a:xfrm>
          <a:prstGeom prst="rect">
            <a:avLst/>
          </a:prstGeom>
        </p:spPr>
      </p:pic>
      <p:pic>
        <p:nvPicPr>
          <p:cNvPr id="14" name="Picture 13">
            <a:extLst>
              <a:ext uri="{FF2B5EF4-FFF2-40B4-BE49-F238E27FC236}">
                <a16:creationId xmlns:a16="http://schemas.microsoft.com/office/drawing/2014/main" id="{D3434D14-567A-4B69-9D71-FDCB60242AC7}"/>
              </a:ext>
            </a:extLst>
          </p:cNvPr>
          <p:cNvPicPr>
            <a:picLocks noChangeAspect="1"/>
          </p:cNvPicPr>
          <p:nvPr/>
        </p:nvPicPr>
        <p:blipFill>
          <a:blip r:embed="rId9"/>
          <a:stretch>
            <a:fillRect/>
          </a:stretch>
        </p:blipFill>
        <p:spPr>
          <a:xfrm>
            <a:off x="591943" y="4405693"/>
            <a:ext cx="406400" cy="406400"/>
          </a:xfrm>
          <a:prstGeom prst="rect">
            <a:avLst/>
          </a:prstGeom>
        </p:spPr>
      </p:pic>
    </p:spTree>
    <p:custDataLst>
      <p:tags r:id="rId1"/>
    </p:custDataLst>
    <p:extLst>
      <p:ext uri="{BB962C8B-B14F-4D97-AF65-F5344CB8AC3E}">
        <p14:creationId xmlns:p14="http://schemas.microsoft.com/office/powerpoint/2010/main" val="425931682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7896-86D6-499D-9772-6412E6CAA2B1}"/>
              </a:ext>
            </a:extLst>
          </p:cNvPr>
          <p:cNvSpPr>
            <a:spLocks noGrp="1"/>
          </p:cNvSpPr>
          <p:nvPr>
            <p:ph type="title"/>
          </p:nvPr>
        </p:nvSpPr>
        <p:spPr>
          <a:xfrm>
            <a:off x="588263" y="457200"/>
            <a:ext cx="11018520" cy="553998"/>
          </a:xfrm>
        </p:spPr>
        <p:txBody>
          <a:bodyPr/>
          <a:lstStyle/>
          <a:p>
            <a:r>
              <a:rPr lang="en-US"/>
              <a:t>Learning Objectives</a:t>
            </a:r>
          </a:p>
        </p:txBody>
      </p:sp>
      <p:sp>
        <p:nvSpPr>
          <p:cNvPr id="3" name="Text Placeholder 2">
            <a:extLst>
              <a:ext uri="{FF2B5EF4-FFF2-40B4-BE49-F238E27FC236}">
                <a16:creationId xmlns:a16="http://schemas.microsoft.com/office/drawing/2014/main" id="{2862E07B-BF83-4192-8B3D-2E4BCC6C9DE0}"/>
              </a:ext>
            </a:extLst>
          </p:cNvPr>
          <p:cNvSpPr>
            <a:spLocks noGrp="1"/>
          </p:cNvSpPr>
          <p:nvPr>
            <p:ph type="body" sz="quarter" idx="16"/>
          </p:nvPr>
        </p:nvSpPr>
        <p:spPr>
          <a:xfrm>
            <a:off x="431958" y="5689600"/>
            <a:ext cx="3776027" cy="307777"/>
          </a:xfrm>
        </p:spPr>
        <p:txBody>
          <a:bodyPr vert="horz" wrap="square" lIns="0" tIns="0" rIns="0" bIns="0" rtlCol="0" anchor="t">
            <a:spAutoFit/>
          </a:bodyPr>
          <a:lstStyle/>
          <a:p>
            <a:r>
              <a:rPr lang="en-US" dirty="0">
                <a:cs typeface="Segoe UI"/>
              </a:rPr>
              <a:t>Applications</a:t>
            </a:r>
            <a:endParaRPr lang="en-US" dirty="0"/>
          </a:p>
        </p:txBody>
      </p:sp>
      <p:sp>
        <p:nvSpPr>
          <p:cNvPr id="5" name="Text Placeholder 4">
            <a:extLst>
              <a:ext uri="{FF2B5EF4-FFF2-40B4-BE49-F238E27FC236}">
                <a16:creationId xmlns:a16="http://schemas.microsoft.com/office/drawing/2014/main" id="{087F0A53-BD0C-45F6-BF54-55CE1D936C0C}"/>
              </a:ext>
            </a:extLst>
          </p:cNvPr>
          <p:cNvSpPr>
            <a:spLocks noGrp="1"/>
          </p:cNvSpPr>
          <p:nvPr>
            <p:ph type="body" sz="quarter" idx="17"/>
          </p:nvPr>
        </p:nvSpPr>
        <p:spPr>
          <a:xfrm>
            <a:off x="4358640" y="5689600"/>
            <a:ext cx="3475037" cy="307777"/>
          </a:xfrm>
        </p:spPr>
        <p:txBody>
          <a:bodyPr vert="horz" wrap="square" lIns="0" tIns="0" rIns="0" bIns="0" rtlCol="0" anchor="t">
            <a:spAutoFit/>
          </a:bodyPr>
          <a:lstStyle/>
          <a:p>
            <a:r>
              <a:rPr lang="en-US" dirty="0"/>
              <a:t>PowerPoint and Word</a:t>
            </a:r>
          </a:p>
        </p:txBody>
      </p:sp>
      <p:sp>
        <p:nvSpPr>
          <p:cNvPr id="7" name="Text Placeholder 6">
            <a:extLst>
              <a:ext uri="{FF2B5EF4-FFF2-40B4-BE49-F238E27FC236}">
                <a16:creationId xmlns:a16="http://schemas.microsoft.com/office/drawing/2014/main" id="{6EFF976D-3CDA-468F-BCA9-208099A8BAFA}"/>
              </a:ext>
            </a:extLst>
          </p:cNvPr>
          <p:cNvSpPr>
            <a:spLocks noGrp="1"/>
          </p:cNvSpPr>
          <p:nvPr>
            <p:ph type="body" sz="quarter" idx="18"/>
          </p:nvPr>
        </p:nvSpPr>
        <p:spPr>
          <a:xfrm>
            <a:off x="8134351" y="5689600"/>
            <a:ext cx="3475037" cy="307777"/>
          </a:xfrm>
        </p:spPr>
        <p:txBody>
          <a:bodyPr vert="horz" wrap="square" lIns="0" tIns="0" rIns="0" bIns="0" rtlCol="0" anchor="t">
            <a:spAutoFit/>
          </a:bodyPr>
          <a:lstStyle/>
          <a:p>
            <a:r>
              <a:rPr lang="en-US" dirty="0">
                <a:cs typeface="Segoe UI"/>
              </a:rPr>
              <a:t>OneNote</a:t>
            </a:r>
            <a:endParaRPr lang="en-US" dirty="0"/>
          </a:p>
        </p:txBody>
      </p:sp>
      <p:pic>
        <p:nvPicPr>
          <p:cNvPr id="8" name="Picture Placeholder 7" descr="Shape&#10;&#10;Description automatically generated">
            <a:extLst>
              <a:ext uri="{FF2B5EF4-FFF2-40B4-BE49-F238E27FC236}">
                <a16:creationId xmlns:a16="http://schemas.microsoft.com/office/drawing/2014/main" id="{5210E9A5-6649-49A6-865B-475595D03D89}"/>
              </a:ext>
            </a:extLst>
          </p:cNvPr>
          <p:cNvPicPr>
            <a:picLocks noGrp="1" noChangeAspect="1"/>
          </p:cNvPicPr>
          <p:nvPr>
            <p:ph type="pic" sz="quarter" idx="13"/>
          </p:nvPr>
        </p:nvPicPr>
        <p:blipFill>
          <a:blip r:embed="rId4" cstate="screen">
            <a:extLst>
              <a:ext uri="{28A0092B-C50C-407E-A947-70E740481C1C}">
                <a14:useLocalDpi xmlns:a14="http://schemas.microsoft.com/office/drawing/2010/main"/>
              </a:ext>
            </a:extLst>
          </a:blip>
          <a:srcRect t="12500" b="12500"/>
          <a:stretch>
            <a:fillRect/>
          </a:stretch>
        </p:blipFill>
        <p:spPr/>
      </p:pic>
      <p:pic>
        <p:nvPicPr>
          <p:cNvPr id="11" name="Picture Placeholder 10" descr="Shape&#10;&#10;Description automatically generated">
            <a:extLst>
              <a:ext uri="{FF2B5EF4-FFF2-40B4-BE49-F238E27FC236}">
                <a16:creationId xmlns:a16="http://schemas.microsoft.com/office/drawing/2014/main" id="{A90A75E6-C4CA-4E53-9835-C4A7C9DC314A}"/>
              </a:ext>
            </a:extLst>
          </p:cNvPr>
          <p:cNvPicPr>
            <a:picLocks noGrp="1" noChangeAspect="1"/>
          </p:cNvPicPr>
          <p:nvPr>
            <p:ph type="pic" sz="quarter" idx="14"/>
          </p:nvPr>
        </p:nvPicPr>
        <p:blipFill>
          <a:blip r:embed="rId4" cstate="screen">
            <a:extLst>
              <a:ext uri="{28A0092B-C50C-407E-A947-70E740481C1C}">
                <a14:useLocalDpi xmlns:a14="http://schemas.microsoft.com/office/drawing/2010/main"/>
              </a:ext>
            </a:extLst>
          </a:blip>
          <a:srcRect t="12483" b="12483"/>
          <a:stretch>
            <a:fillRect/>
          </a:stretch>
        </p:blipFill>
        <p:spPr/>
      </p:pic>
      <p:pic>
        <p:nvPicPr>
          <p:cNvPr id="14" name="Picture Placeholder 13" descr="Shape&#10;&#10;Description automatically generated">
            <a:extLst>
              <a:ext uri="{FF2B5EF4-FFF2-40B4-BE49-F238E27FC236}">
                <a16:creationId xmlns:a16="http://schemas.microsoft.com/office/drawing/2014/main" id="{BA6FD47A-F001-4A77-8A05-EACE82D3E6D6}"/>
              </a:ext>
            </a:extLst>
          </p:cNvPr>
          <p:cNvPicPr>
            <a:picLocks noGrp="1" noChangeAspect="1"/>
          </p:cNvPicPr>
          <p:nvPr>
            <p:ph type="pic" sz="quarter" idx="15"/>
          </p:nvPr>
        </p:nvPicPr>
        <p:blipFill>
          <a:blip r:embed="rId4" cstate="screen">
            <a:extLst>
              <a:ext uri="{28A0092B-C50C-407E-A947-70E740481C1C}">
                <a14:useLocalDpi xmlns:a14="http://schemas.microsoft.com/office/drawing/2010/main"/>
              </a:ext>
            </a:extLst>
          </a:blip>
          <a:srcRect t="12483" b="12483"/>
          <a:stretch>
            <a:fillRect/>
          </a:stretch>
        </p:blipFill>
        <p:spPr/>
      </p:pic>
      <p:pic>
        <p:nvPicPr>
          <p:cNvPr id="12" name="Picture 11">
            <a:extLst>
              <a:ext uri="{FF2B5EF4-FFF2-40B4-BE49-F238E27FC236}">
                <a16:creationId xmlns:a16="http://schemas.microsoft.com/office/drawing/2014/main" id="{33FFBF04-92CB-4176-807C-7D185963EDB3}"/>
              </a:ext>
            </a:extLst>
          </p:cNvPr>
          <p:cNvPicPr>
            <a:picLocks noChangeAspect="1"/>
          </p:cNvPicPr>
          <p:nvPr/>
        </p:nvPicPr>
        <p:blipFill>
          <a:blip r:embed="rId5">
            <a:lum bright="70000" contrast="-70000"/>
          </a:blip>
          <a:stretch>
            <a:fillRect/>
          </a:stretch>
        </p:blipFill>
        <p:spPr>
          <a:xfrm>
            <a:off x="5124417" y="2790124"/>
            <a:ext cx="1943165" cy="1943165"/>
          </a:xfrm>
          <a:prstGeom prst="rect">
            <a:avLst/>
          </a:prstGeom>
        </p:spPr>
      </p:pic>
      <p:pic>
        <p:nvPicPr>
          <p:cNvPr id="13" name="Picture 12">
            <a:extLst>
              <a:ext uri="{FF2B5EF4-FFF2-40B4-BE49-F238E27FC236}">
                <a16:creationId xmlns:a16="http://schemas.microsoft.com/office/drawing/2014/main" id="{02D2646F-7BC3-4BAE-AE2E-F1FA6FDE435D}"/>
              </a:ext>
            </a:extLst>
          </p:cNvPr>
          <p:cNvPicPr>
            <a:picLocks noChangeAspect="1"/>
          </p:cNvPicPr>
          <p:nvPr/>
        </p:nvPicPr>
        <p:blipFill>
          <a:blip r:embed="rId6">
            <a:lum bright="70000" contrast="-70000"/>
          </a:blip>
          <a:stretch>
            <a:fillRect/>
          </a:stretch>
        </p:blipFill>
        <p:spPr>
          <a:xfrm>
            <a:off x="1314137" y="2721621"/>
            <a:ext cx="2011668" cy="2011668"/>
          </a:xfrm>
          <a:prstGeom prst="rect">
            <a:avLst/>
          </a:prstGeom>
        </p:spPr>
      </p:pic>
      <p:pic>
        <p:nvPicPr>
          <p:cNvPr id="15" name="Picture 14">
            <a:extLst>
              <a:ext uri="{FF2B5EF4-FFF2-40B4-BE49-F238E27FC236}">
                <a16:creationId xmlns:a16="http://schemas.microsoft.com/office/drawing/2014/main" id="{EE8C914F-885E-4A94-B683-FF16D85657E1}"/>
              </a:ext>
            </a:extLst>
          </p:cNvPr>
          <p:cNvPicPr>
            <a:picLocks noChangeAspect="1"/>
          </p:cNvPicPr>
          <p:nvPr/>
        </p:nvPicPr>
        <p:blipFill>
          <a:blip r:embed="rId7">
            <a:lum bright="70000" contrast="-70000"/>
          </a:blip>
          <a:stretch>
            <a:fillRect/>
          </a:stretch>
        </p:blipFill>
        <p:spPr>
          <a:xfrm>
            <a:off x="8964298" y="2822330"/>
            <a:ext cx="1810250" cy="1810250"/>
          </a:xfrm>
          <a:prstGeom prst="rect">
            <a:avLst/>
          </a:prstGeom>
        </p:spPr>
      </p:pic>
    </p:spTree>
    <p:custDataLst>
      <p:tags r:id="rId1"/>
    </p:custDataLst>
    <p:extLst>
      <p:ext uri="{BB962C8B-B14F-4D97-AF65-F5344CB8AC3E}">
        <p14:creationId xmlns:p14="http://schemas.microsoft.com/office/powerpoint/2010/main" val="3155753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DAD8-01EE-4D7C-B833-17235045F12D}"/>
              </a:ext>
            </a:extLst>
          </p:cNvPr>
          <p:cNvSpPr>
            <a:spLocks noGrp="1"/>
          </p:cNvSpPr>
          <p:nvPr>
            <p:ph type="title"/>
          </p:nvPr>
        </p:nvSpPr>
        <p:spPr>
          <a:xfrm>
            <a:off x="294131" y="5178043"/>
            <a:ext cx="11603737" cy="923330"/>
          </a:xfrm>
        </p:spPr>
        <p:txBody>
          <a:bodyPr/>
          <a:lstStyle/>
          <a:p>
            <a:r>
              <a:rPr lang="en-US" sz="6000" dirty="0">
                <a:solidFill>
                  <a:srgbClr val="50E6FF"/>
                </a:solidFill>
                <a:cs typeface="Segoe UI"/>
              </a:rPr>
              <a:t>Applications</a:t>
            </a:r>
            <a:endParaRPr lang="en-US" dirty="0"/>
          </a:p>
        </p:txBody>
      </p:sp>
      <p:pic>
        <p:nvPicPr>
          <p:cNvPr id="9" name="Picture Placeholder 8" descr="A person sitting at a desk with a computer and smiling at the camera&#10;&#10;Description automatically generated">
            <a:extLst>
              <a:ext uri="{FF2B5EF4-FFF2-40B4-BE49-F238E27FC236}">
                <a16:creationId xmlns:a16="http://schemas.microsoft.com/office/drawing/2014/main" id="{7CD6D031-F02D-4F54-B774-B6E8C7729D57}"/>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p:pic>
      <p:pic>
        <p:nvPicPr>
          <p:cNvPr id="4" name="Picture 3" descr="A high school student is working on her computer. ">
            <a:extLst>
              <a:ext uri="{FF2B5EF4-FFF2-40B4-BE49-F238E27FC236}">
                <a16:creationId xmlns:a16="http://schemas.microsoft.com/office/drawing/2014/main" id="{A1403307-F4CC-496D-8D29-90EF11B9C10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 y="1"/>
            <a:ext cx="12191999" cy="4572000"/>
          </a:xfrm>
          <a:prstGeom prst="rect">
            <a:avLst/>
          </a:prstGeom>
        </p:spPr>
      </p:pic>
    </p:spTree>
    <p:custDataLst>
      <p:tags r:id="rId1"/>
    </p:custDataLst>
    <p:extLst>
      <p:ext uri="{BB962C8B-B14F-4D97-AF65-F5344CB8AC3E}">
        <p14:creationId xmlns:p14="http://schemas.microsoft.com/office/powerpoint/2010/main" val="14575249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4913-E61F-4838-BD81-A333DE6E4A6A}"/>
              </a:ext>
            </a:extLst>
          </p:cNvPr>
          <p:cNvSpPr>
            <a:spLocks noGrp="1"/>
          </p:cNvSpPr>
          <p:nvPr>
            <p:ph type="title"/>
          </p:nvPr>
        </p:nvSpPr>
        <p:spPr/>
        <p:txBody>
          <a:bodyPr/>
          <a:lstStyle/>
          <a:p>
            <a:r>
              <a:rPr lang="en-US" dirty="0"/>
              <a:t>Demonstration</a:t>
            </a:r>
          </a:p>
        </p:txBody>
      </p:sp>
      <p:sp>
        <p:nvSpPr>
          <p:cNvPr id="3" name="Text Placeholder 2">
            <a:extLst>
              <a:ext uri="{FF2B5EF4-FFF2-40B4-BE49-F238E27FC236}">
                <a16:creationId xmlns:a16="http://schemas.microsoft.com/office/drawing/2014/main" id="{ABC2CDC4-62D5-45D5-BD35-0E52F42D5F4B}"/>
              </a:ext>
            </a:extLst>
          </p:cNvPr>
          <p:cNvSpPr>
            <a:spLocks noGrp="1"/>
          </p:cNvSpPr>
          <p:nvPr>
            <p:ph type="body" sz="quarter" idx="12"/>
          </p:nvPr>
        </p:nvSpPr>
        <p:spPr>
          <a:xfrm>
            <a:off x="585216" y="3977319"/>
            <a:ext cx="9144000" cy="1015663"/>
          </a:xfrm>
        </p:spPr>
        <p:txBody>
          <a:bodyPr vert="horz" wrap="square" lIns="0" tIns="0" rIns="0" bIns="0" rtlCol="0" anchor="t">
            <a:spAutoFit/>
          </a:bodyPr>
          <a:lstStyle/>
          <a:p>
            <a:r>
              <a:rPr lang="en-US" dirty="0">
                <a:cs typeface="Segoe UI"/>
              </a:rPr>
              <a:t>Navigating Microsoft 365</a:t>
            </a:r>
          </a:p>
          <a:p>
            <a:r>
              <a:rPr lang="en-US" dirty="0">
                <a:cs typeface="Segoe UI"/>
              </a:rPr>
              <a:t>Waffle</a:t>
            </a:r>
            <a:br>
              <a:rPr lang="en-US" dirty="0">
                <a:cs typeface="Segoe UI"/>
              </a:rPr>
            </a:br>
            <a:endParaRPr lang="en-US" dirty="0"/>
          </a:p>
        </p:txBody>
      </p:sp>
      <p:pic>
        <p:nvPicPr>
          <p:cNvPr id="5" name="Picture 4" descr="A father and elementary student are at the kitchen table working on their tablet. ">
            <a:extLst>
              <a:ext uri="{FF2B5EF4-FFF2-40B4-BE49-F238E27FC236}">
                <a16:creationId xmlns:a16="http://schemas.microsoft.com/office/drawing/2014/main" id="{74E24CEE-F997-4993-AD95-E8A9A2A015E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515271" y="1158071"/>
            <a:ext cx="6676729" cy="4541857"/>
          </a:xfrm>
          <a:prstGeom prst="rect">
            <a:avLst/>
          </a:prstGeom>
        </p:spPr>
      </p:pic>
    </p:spTree>
    <p:custDataLst>
      <p:tags r:id="rId1"/>
    </p:custDataLst>
    <p:extLst>
      <p:ext uri="{BB962C8B-B14F-4D97-AF65-F5344CB8AC3E}">
        <p14:creationId xmlns:p14="http://schemas.microsoft.com/office/powerpoint/2010/main" val="2206052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DAD8-01EE-4D7C-B833-17235045F12D}"/>
              </a:ext>
            </a:extLst>
          </p:cNvPr>
          <p:cNvSpPr>
            <a:spLocks noGrp="1"/>
          </p:cNvSpPr>
          <p:nvPr>
            <p:ph type="title"/>
          </p:nvPr>
        </p:nvSpPr>
        <p:spPr>
          <a:xfrm>
            <a:off x="294131" y="5178043"/>
            <a:ext cx="11603737" cy="923330"/>
          </a:xfrm>
        </p:spPr>
        <p:txBody>
          <a:bodyPr/>
          <a:lstStyle/>
          <a:p>
            <a:r>
              <a:rPr lang="en-US" sz="6000" dirty="0">
                <a:solidFill>
                  <a:srgbClr val="50E6FF"/>
                </a:solidFill>
                <a:cs typeface="Segoe UI"/>
              </a:rPr>
              <a:t>PowerPoint Expanded</a:t>
            </a:r>
            <a:endParaRPr lang="en-US" dirty="0"/>
          </a:p>
        </p:txBody>
      </p:sp>
      <p:pic>
        <p:nvPicPr>
          <p:cNvPr id="9" name="Picture Placeholder 8" descr="An elementary student is proudly showing a powerpoint she made on her laptop. ">
            <a:extLst>
              <a:ext uri="{FF2B5EF4-FFF2-40B4-BE49-F238E27FC236}">
                <a16:creationId xmlns:a16="http://schemas.microsoft.com/office/drawing/2014/main" id="{7CD6D031-F02D-4F54-B774-B6E8C7729D57}"/>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p:pic>
    </p:spTree>
    <p:custDataLst>
      <p:tags r:id="rId1"/>
    </p:custDataLst>
    <p:extLst>
      <p:ext uri="{BB962C8B-B14F-4D97-AF65-F5344CB8AC3E}">
        <p14:creationId xmlns:p14="http://schemas.microsoft.com/office/powerpoint/2010/main" val="246795976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4913-E61F-4838-BD81-A333DE6E4A6A}"/>
              </a:ext>
            </a:extLst>
          </p:cNvPr>
          <p:cNvSpPr>
            <a:spLocks noGrp="1"/>
          </p:cNvSpPr>
          <p:nvPr>
            <p:ph type="title"/>
          </p:nvPr>
        </p:nvSpPr>
        <p:spPr/>
        <p:txBody>
          <a:bodyPr/>
          <a:lstStyle/>
          <a:p>
            <a:r>
              <a:rPr lang="en-US" dirty="0"/>
              <a:t>Demonstration</a:t>
            </a:r>
          </a:p>
        </p:txBody>
      </p:sp>
      <p:sp>
        <p:nvSpPr>
          <p:cNvPr id="3" name="Text Placeholder 2">
            <a:extLst>
              <a:ext uri="{FF2B5EF4-FFF2-40B4-BE49-F238E27FC236}">
                <a16:creationId xmlns:a16="http://schemas.microsoft.com/office/drawing/2014/main" id="{ABC2CDC4-62D5-45D5-BD35-0E52F42D5F4B}"/>
              </a:ext>
            </a:extLst>
          </p:cNvPr>
          <p:cNvSpPr>
            <a:spLocks noGrp="1"/>
          </p:cNvSpPr>
          <p:nvPr>
            <p:ph type="body" sz="quarter" idx="12"/>
          </p:nvPr>
        </p:nvSpPr>
        <p:spPr>
          <a:xfrm>
            <a:off x="585216" y="3977319"/>
            <a:ext cx="9144000" cy="677108"/>
          </a:xfrm>
        </p:spPr>
        <p:txBody>
          <a:bodyPr vert="horz" wrap="square" lIns="0" tIns="0" rIns="0" bIns="0" rtlCol="0" anchor="t">
            <a:spAutoFit/>
          </a:bodyPr>
          <a:lstStyle/>
          <a:p>
            <a:r>
              <a:rPr lang="en-US" dirty="0">
                <a:cs typeface="Segoe UI"/>
              </a:rPr>
              <a:t>PowerPoint Live</a:t>
            </a:r>
          </a:p>
          <a:p>
            <a:endParaRPr lang="en-US" dirty="0"/>
          </a:p>
        </p:txBody>
      </p:sp>
      <p:pic>
        <p:nvPicPr>
          <p:cNvPr id="10" name="Picture 9" descr="A high school student is working on his laptop. ">
            <a:extLst>
              <a:ext uri="{FF2B5EF4-FFF2-40B4-BE49-F238E27FC236}">
                <a16:creationId xmlns:a16="http://schemas.microsoft.com/office/drawing/2014/main" id="{F2959524-4B41-4E04-B613-BF258AE95BD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515270" y="1158071"/>
            <a:ext cx="6676730" cy="4533900"/>
          </a:xfrm>
          <a:prstGeom prst="rect">
            <a:avLst/>
          </a:prstGeom>
        </p:spPr>
      </p:pic>
    </p:spTree>
    <p:custDataLst>
      <p:tags r:id="rId1"/>
    </p:custDataLst>
    <p:extLst>
      <p:ext uri="{BB962C8B-B14F-4D97-AF65-F5344CB8AC3E}">
        <p14:creationId xmlns:p14="http://schemas.microsoft.com/office/powerpoint/2010/main" val="163333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4913-E61F-4838-BD81-A333DE6E4A6A}"/>
              </a:ext>
            </a:extLst>
          </p:cNvPr>
          <p:cNvSpPr>
            <a:spLocks noGrp="1"/>
          </p:cNvSpPr>
          <p:nvPr>
            <p:ph type="title"/>
          </p:nvPr>
        </p:nvSpPr>
        <p:spPr>
          <a:xfrm>
            <a:off x="585216" y="3063777"/>
            <a:ext cx="3953330" cy="498598"/>
          </a:xfrm>
        </p:spPr>
        <p:txBody>
          <a:bodyPr/>
          <a:lstStyle/>
          <a:p>
            <a:r>
              <a:rPr lang="en-US" dirty="0"/>
              <a:t>Demonstration </a:t>
            </a:r>
          </a:p>
        </p:txBody>
      </p:sp>
      <p:sp>
        <p:nvSpPr>
          <p:cNvPr id="14" name="Text Placeholder 2">
            <a:extLst>
              <a:ext uri="{FF2B5EF4-FFF2-40B4-BE49-F238E27FC236}">
                <a16:creationId xmlns:a16="http://schemas.microsoft.com/office/drawing/2014/main" id="{E9074409-1082-A14E-A3E0-3C4736272297}"/>
              </a:ext>
            </a:extLst>
          </p:cNvPr>
          <p:cNvSpPr>
            <a:spLocks noGrp="1"/>
          </p:cNvSpPr>
          <p:nvPr>
            <p:ph type="body" sz="quarter" idx="12"/>
          </p:nvPr>
        </p:nvSpPr>
        <p:spPr>
          <a:xfrm>
            <a:off x="585216" y="3977319"/>
            <a:ext cx="9144000" cy="677108"/>
          </a:xfrm>
        </p:spPr>
        <p:txBody>
          <a:bodyPr vert="horz" wrap="square" lIns="0" tIns="0" rIns="0" bIns="0" rtlCol="0" anchor="t">
            <a:spAutoFit/>
          </a:bodyPr>
          <a:lstStyle/>
          <a:p>
            <a:r>
              <a:rPr lang="en-US" dirty="0">
                <a:cs typeface="Segoe UI"/>
              </a:rPr>
              <a:t>PowerPoint Designer</a:t>
            </a:r>
          </a:p>
          <a:p>
            <a:endParaRPr lang="en-US" dirty="0"/>
          </a:p>
        </p:txBody>
      </p:sp>
      <p:pic>
        <p:nvPicPr>
          <p:cNvPr id="7" name="Picture 6" descr="A parent and student working on the laptop in their living room. ">
            <a:extLst>
              <a:ext uri="{FF2B5EF4-FFF2-40B4-BE49-F238E27FC236}">
                <a16:creationId xmlns:a16="http://schemas.microsoft.com/office/drawing/2014/main" id="{4BDF5761-5F3E-4878-9789-7F1EB9F47D8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235"/>
          <a:stretch/>
        </p:blipFill>
        <p:spPr>
          <a:xfrm>
            <a:off x="5219995" y="1039874"/>
            <a:ext cx="6972005" cy="4546403"/>
          </a:xfrm>
          <a:prstGeom prst="rect">
            <a:avLst/>
          </a:prstGeom>
        </p:spPr>
      </p:pic>
    </p:spTree>
    <p:custDataLst>
      <p:tags r:id="rId1"/>
    </p:custDataLst>
    <p:extLst>
      <p:ext uri="{BB962C8B-B14F-4D97-AF65-F5344CB8AC3E}">
        <p14:creationId xmlns:p14="http://schemas.microsoft.com/office/powerpoint/2010/main" val="290116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DAD8-01EE-4D7C-B833-17235045F12D}"/>
              </a:ext>
            </a:extLst>
          </p:cNvPr>
          <p:cNvSpPr>
            <a:spLocks noGrp="1"/>
          </p:cNvSpPr>
          <p:nvPr>
            <p:ph type="title"/>
          </p:nvPr>
        </p:nvSpPr>
        <p:spPr>
          <a:xfrm>
            <a:off x="588263" y="5251462"/>
            <a:ext cx="11018520" cy="923330"/>
          </a:xfrm>
        </p:spPr>
        <p:txBody>
          <a:bodyPr/>
          <a:lstStyle/>
          <a:p>
            <a:r>
              <a:rPr lang="en-US" sz="6000" dirty="0">
                <a:solidFill>
                  <a:srgbClr val="50E6FF"/>
                </a:solidFill>
                <a:cs typeface="Segoe UI"/>
              </a:rPr>
              <a:t>Word Enhanced</a:t>
            </a:r>
            <a:endParaRPr lang="en-US" dirty="0"/>
          </a:p>
        </p:txBody>
      </p:sp>
      <p:pic>
        <p:nvPicPr>
          <p:cNvPr id="6" name="Picture Placeholder 5" descr="Two siblings are working on their laptops. ">
            <a:extLst>
              <a:ext uri="{FF2B5EF4-FFF2-40B4-BE49-F238E27FC236}">
                <a16:creationId xmlns:a16="http://schemas.microsoft.com/office/drawing/2014/main" id="{A1B53B72-3887-474C-A800-6B88F082B001}"/>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p:pic>
    </p:spTree>
    <p:custDataLst>
      <p:tags r:id="rId1"/>
    </p:custDataLst>
    <p:extLst>
      <p:ext uri="{BB962C8B-B14F-4D97-AF65-F5344CB8AC3E}">
        <p14:creationId xmlns:p14="http://schemas.microsoft.com/office/powerpoint/2010/main" val="145729183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4913-E61F-4838-BD81-A333DE6E4A6A}"/>
              </a:ext>
            </a:extLst>
          </p:cNvPr>
          <p:cNvSpPr>
            <a:spLocks noGrp="1"/>
          </p:cNvSpPr>
          <p:nvPr>
            <p:ph type="title"/>
          </p:nvPr>
        </p:nvSpPr>
        <p:spPr/>
        <p:txBody>
          <a:bodyPr/>
          <a:lstStyle/>
          <a:p>
            <a:r>
              <a:rPr lang="en-US" dirty="0"/>
              <a:t>Demonstration</a:t>
            </a:r>
          </a:p>
        </p:txBody>
      </p:sp>
      <p:sp>
        <p:nvSpPr>
          <p:cNvPr id="3" name="Text Placeholder 2">
            <a:extLst>
              <a:ext uri="{FF2B5EF4-FFF2-40B4-BE49-F238E27FC236}">
                <a16:creationId xmlns:a16="http://schemas.microsoft.com/office/drawing/2014/main" id="{ABC2CDC4-62D5-45D5-BD35-0E52F42D5F4B}"/>
              </a:ext>
            </a:extLst>
          </p:cNvPr>
          <p:cNvSpPr>
            <a:spLocks noGrp="1"/>
          </p:cNvSpPr>
          <p:nvPr>
            <p:ph type="body" sz="quarter" idx="12"/>
          </p:nvPr>
        </p:nvSpPr>
        <p:spPr>
          <a:xfrm>
            <a:off x="585216" y="3739632"/>
            <a:ext cx="9144000" cy="1015663"/>
          </a:xfrm>
        </p:spPr>
        <p:txBody>
          <a:bodyPr vert="horz" wrap="square" lIns="0" tIns="0" rIns="0" bIns="0" rtlCol="0" anchor="t">
            <a:spAutoFit/>
          </a:bodyPr>
          <a:lstStyle/>
          <a:p>
            <a:r>
              <a:rPr lang="en-US" dirty="0">
                <a:cs typeface="Segoe UI"/>
              </a:rPr>
              <a:t>Immersive Reader</a:t>
            </a:r>
          </a:p>
          <a:p>
            <a:r>
              <a:rPr lang="en-US" dirty="0">
                <a:cs typeface="Segoe UI"/>
              </a:rPr>
              <a:t>Enhanced Dictation</a:t>
            </a:r>
          </a:p>
          <a:p>
            <a:endParaRPr lang="en-US" dirty="0"/>
          </a:p>
        </p:txBody>
      </p:sp>
      <p:pic>
        <p:nvPicPr>
          <p:cNvPr id="5" name="Picture 4" descr="A parent and elementary student are sitting on the couch reading a tablet together. ">
            <a:extLst>
              <a:ext uri="{FF2B5EF4-FFF2-40B4-BE49-F238E27FC236}">
                <a16:creationId xmlns:a16="http://schemas.microsoft.com/office/drawing/2014/main" id="{8B7305C2-34AA-4708-BC45-CCD26BFB0A6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524797" y="1009320"/>
            <a:ext cx="6667203" cy="4546403"/>
          </a:xfrm>
          <a:prstGeom prst="rect">
            <a:avLst/>
          </a:prstGeom>
        </p:spPr>
      </p:pic>
    </p:spTree>
    <p:custDataLst>
      <p:tags r:id="rId1"/>
    </p:custDataLst>
    <p:extLst>
      <p:ext uri="{BB962C8B-B14F-4D97-AF65-F5344CB8AC3E}">
        <p14:creationId xmlns:p14="http://schemas.microsoft.com/office/powerpoint/2010/main" val="80457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1793-3545-41D0-8908-7B81E889296D}"/>
              </a:ext>
            </a:extLst>
          </p:cNvPr>
          <p:cNvSpPr>
            <a:spLocks noGrp="1"/>
          </p:cNvSpPr>
          <p:nvPr>
            <p:ph type="title"/>
          </p:nvPr>
        </p:nvSpPr>
        <p:spPr>
          <a:xfrm>
            <a:off x="588263" y="588963"/>
            <a:ext cx="4158362" cy="553998"/>
          </a:xfrm>
        </p:spPr>
        <p:txBody>
          <a:bodyPr anchor="t" anchorCtr="0"/>
          <a:lstStyle/>
          <a:p>
            <a:r>
              <a:rPr lang="en-US" dirty="0"/>
              <a:t>Microsoft Whiteboard</a:t>
            </a:r>
          </a:p>
        </p:txBody>
      </p:sp>
      <p:sp>
        <p:nvSpPr>
          <p:cNvPr id="3" name="Text Placeholder 2">
            <a:extLst>
              <a:ext uri="{FF2B5EF4-FFF2-40B4-BE49-F238E27FC236}">
                <a16:creationId xmlns:a16="http://schemas.microsoft.com/office/drawing/2014/main" id="{AF240D59-B831-4BDD-BA76-9E3B3BA76D50}"/>
              </a:ext>
            </a:extLst>
          </p:cNvPr>
          <p:cNvSpPr>
            <a:spLocks noGrp="1"/>
          </p:cNvSpPr>
          <p:nvPr>
            <p:ph type="body" sz="quarter" idx="10"/>
          </p:nvPr>
        </p:nvSpPr>
        <p:spPr>
          <a:xfrm>
            <a:off x="588263" y="2227865"/>
            <a:ext cx="4158362" cy="2166747"/>
          </a:xfrm>
        </p:spPr>
        <p:txBody>
          <a:bodyPr vert="horz" wrap="square" lIns="0" tIns="0" rIns="0" bIns="0" rtlCol="0" anchor="t">
            <a:spAutoFit/>
          </a:bodyPr>
          <a:lstStyle/>
          <a:p>
            <a:r>
              <a:rPr lang="en-US" dirty="0">
                <a:cs typeface="Segoe UI"/>
              </a:rPr>
              <a:t>What do you think about the tools that we have talked about so far? Draw any emoji to show what you are thinking.</a:t>
            </a:r>
          </a:p>
          <a:p>
            <a:endParaRPr lang="en-US" dirty="0">
              <a:cs typeface="Segoe UI"/>
            </a:endParaRPr>
          </a:p>
          <a:p>
            <a:endParaRPr lang="en-US" dirty="0">
              <a:cs typeface="Segoe UI"/>
            </a:endParaRPr>
          </a:p>
        </p:txBody>
      </p:sp>
      <p:pic>
        <p:nvPicPr>
          <p:cNvPr id="12" name="Picture Placeholder 11" descr="A picture of an middle school student who is wokring on their tablet. ">
            <a:extLst>
              <a:ext uri="{FF2B5EF4-FFF2-40B4-BE49-F238E27FC236}">
                <a16:creationId xmlns:a16="http://schemas.microsoft.com/office/drawing/2014/main" id="{9EC20DC5-DA11-403C-AFB6-21C416482F47}"/>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p:pic>
    </p:spTree>
    <p:custDataLst>
      <p:tags r:id="rId1"/>
    </p:custDataLst>
    <p:extLst>
      <p:ext uri="{BB962C8B-B14F-4D97-AF65-F5344CB8AC3E}">
        <p14:creationId xmlns:p14="http://schemas.microsoft.com/office/powerpoint/2010/main" val="301669861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DAD8-01EE-4D7C-B833-17235045F12D}"/>
              </a:ext>
            </a:extLst>
          </p:cNvPr>
          <p:cNvSpPr>
            <a:spLocks noGrp="1"/>
          </p:cNvSpPr>
          <p:nvPr>
            <p:ph type="title"/>
          </p:nvPr>
        </p:nvSpPr>
        <p:spPr>
          <a:xfrm>
            <a:off x="588263" y="5251463"/>
            <a:ext cx="11018520" cy="923330"/>
          </a:xfrm>
        </p:spPr>
        <p:txBody>
          <a:bodyPr/>
          <a:lstStyle/>
          <a:p>
            <a:r>
              <a:rPr lang="en-US" sz="6000" dirty="0">
                <a:solidFill>
                  <a:srgbClr val="50E6FF"/>
                </a:solidFill>
                <a:cs typeface="Segoe UI"/>
              </a:rPr>
              <a:t>OneNote Class Notebook </a:t>
            </a:r>
            <a:endParaRPr lang="en-US" dirty="0"/>
          </a:p>
        </p:txBody>
      </p:sp>
      <p:pic>
        <p:nvPicPr>
          <p:cNvPr id="57" name="Picture Placeholder 56" descr="A father and son working on the laptop. &#10;&#10;">
            <a:extLst>
              <a:ext uri="{FF2B5EF4-FFF2-40B4-BE49-F238E27FC236}">
                <a16:creationId xmlns:a16="http://schemas.microsoft.com/office/drawing/2014/main" id="{5A0E1E6F-2E80-427C-AC40-51DFE3D8E0DF}"/>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p:pic>
    </p:spTree>
    <p:custDataLst>
      <p:tags r:id="rId1"/>
    </p:custDataLst>
    <p:extLst>
      <p:ext uri="{BB962C8B-B14F-4D97-AF65-F5344CB8AC3E}">
        <p14:creationId xmlns:p14="http://schemas.microsoft.com/office/powerpoint/2010/main" val="27100490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4913-E61F-4838-BD81-A333DE6E4A6A}"/>
              </a:ext>
            </a:extLst>
          </p:cNvPr>
          <p:cNvSpPr>
            <a:spLocks noGrp="1"/>
          </p:cNvSpPr>
          <p:nvPr>
            <p:ph type="title"/>
          </p:nvPr>
        </p:nvSpPr>
        <p:spPr>
          <a:xfrm>
            <a:off x="585216" y="3033221"/>
            <a:ext cx="9144000" cy="498598"/>
          </a:xfrm>
        </p:spPr>
        <p:txBody>
          <a:bodyPr/>
          <a:lstStyle/>
          <a:p>
            <a:r>
              <a:rPr lang="en-US" dirty="0"/>
              <a:t>Demonstration</a:t>
            </a:r>
          </a:p>
        </p:txBody>
      </p:sp>
      <p:sp>
        <p:nvSpPr>
          <p:cNvPr id="3" name="Text Placeholder 2">
            <a:extLst>
              <a:ext uri="{FF2B5EF4-FFF2-40B4-BE49-F238E27FC236}">
                <a16:creationId xmlns:a16="http://schemas.microsoft.com/office/drawing/2014/main" id="{ABC2CDC4-62D5-45D5-BD35-0E52F42D5F4B}"/>
              </a:ext>
            </a:extLst>
          </p:cNvPr>
          <p:cNvSpPr>
            <a:spLocks noGrp="1"/>
          </p:cNvSpPr>
          <p:nvPr>
            <p:ph type="body" sz="quarter" idx="12"/>
          </p:nvPr>
        </p:nvSpPr>
        <p:spPr>
          <a:xfrm>
            <a:off x="585216" y="3966005"/>
            <a:ext cx="9144000" cy="2369880"/>
          </a:xfrm>
        </p:spPr>
        <p:txBody>
          <a:bodyPr vert="horz" wrap="square" lIns="0" tIns="0" rIns="0" bIns="0" rtlCol="0" anchor="t">
            <a:spAutoFit/>
          </a:bodyPr>
          <a:lstStyle/>
          <a:p>
            <a:r>
              <a:rPr lang="en-US" dirty="0">
                <a:cs typeface="Segoe UI"/>
              </a:rPr>
              <a:t>Digital Notebook</a:t>
            </a:r>
          </a:p>
          <a:p>
            <a:endParaRPr lang="en-US" dirty="0">
              <a:cs typeface="Segoe UI"/>
            </a:endParaRPr>
          </a:p>
          <a:p>
            <a:endParaRPr lang="en-US" dirty="0">
              <a:cs typeface="Segoe UI"/>
            </a:endParaRPr>
          </a:p>
          <a:p>
            <a:endParaRPr lang="en-US" dirty="0">
              <a:cs typeface="Segoe UI"/>
            </a:endParaRPr>
          </a:p>
          <a:p>
            <a:endParaRPr lang="en-US" dirty="0">
              <a:cs typeface="Segoe UI"/>
            </a:endParaRPr>
          </a:p>
          <a:p>
            <a:endParaRPr lang="en-US" dirty="0">
              <a:cs typeface="Segoe UI"/>
            </a:endParaRPr>
          </a:p>
          <a:p>
            <a:endParaRPr lang="en-US" dirty="0"/>
          </a:p>
        </p:txBody>
      </p:sp>
      <p:pic>
        <p:nvPicPr>
          <p:cNvPr id="29" name="Picture 28" descr="A father and daughter are working on the laptop. &#10;">
            <a:extLst>
              <a:ext uri="{FF2B5EF4-FFF2-40B4-BE49-F238E27FC236}">
                <a16:creationId xmlns:a16="http://schemas.microsoft.com/office/drawing/2014/main" id="{D6CB4A72-81F5-4736-8A2D-2F84D4551D2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524796" y="1009319"/>
            <a:ext cx="6667204" cy="4546403"/>
          </a:xfrm>
          <a:prstGeom prst="rect">
            <a:avLst/>
          </a:prstGeom>
        </p:spPr>
      </p:pic>
    </p:spTree>
    <p:custDataLst>
      <p:tags r:id="rId1"/>
    </p:custDataLst>
    <p:extLst>
      <p:ext uri="{BB962C8B-B14F-4D97-AF65-F5344CB8AC3E}">
        <p14:creationId xmlns:p14="http://schemas.microsoft.com/office/powerpoint/2010/main" val="4125448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1793-3545-41D0-8908-7B81E889296D}"/>
              </a:ext>
            </a:extLst>
          </p:cNvPr>
          <p:cNvSpPr>
            <a:spLocks noGrp="1"/>
          </p:cNvSpPr>
          <p:nvPr>
            <p:ph type="title"/>
          </p:nvPr>
        </p:nvSpPr>
        <p:spPr>
          <a:xfrm>
            <a:off x="728941" y="2747443"/>
            <a:ext cx="2164984" cy="1107996"/>
          </a:xfrm>
        </p:spPr>
        <p:txBody>
          <a:bodyPr anchor="t" anchorCtr="0"/>
          <a:lstStyle/>
          <a:p>
            <a:r>
              <a:rPr lang="en-US" dirty="0"/>
              <a:t>Join us for</a:t>
            </a:r>
            <a:br>
              <a:rPr lang="en-US" dirty="0"/>
            </a:br>
            <a:r>
              <a:rPr lang="en-US" dirty="0"/>
              <a:t>more</a:t>
            </a:r>
          </a:p>
        </p:txBody>
      </p:sp>
      <p:sp>
        <p:nvSpPr>
          <p:cNvPr id="5" name="Picture Placeholder 4">
            <a:extLst>
              <a:ext uri="{FF2B5EF4-FFF2-40B4-BE49-F238E27FC236}">
                <a16:creationId xmlns:a16="http://schemas.microsoft.com/office/drawing/2014/main" id="{4901A6A6-EC9B-4A2C-8828-9690CA9046EF}"/>
              </a:ext>
            </a:extLst>
          </p:cNvPr>
          <p:cNvSpPr>
            <a:spLocks noGrp="1"/>
          </p:cNvSpPr>
          <p:nvPr>
            <p:ph type="pic" sz="quarter" idx="11"/>
          </p:nvPr>
        </p:nvSpPr>
        <p:spPr>
          <a:xfrm>
            <a:off x="4441371" y="0"/>
            <a:ext cx="7750630" cy="6858000"/>
          </a:xfrm>
          <a:solidFill>
            <a:schemeClr val="bg1"/>
          </a:solidFill>
        </p:spPr>
      </p:sp>
      <p:sp>
        <p:nvSpPr>
          <p:cNvPr id="7" name="Text Placeholder 5">
            <a:extLst>
              <a:ext uri="{FF2B5EF4-FFF2-40B4-BE49-F238E27FC236}">
                <a16:creationId xmlns:a16="http://schemas.microsoft.com/office/drawing/2014/main" id="{CF5D5BD3-0ABF-459E-BE0A-2D3F68932937}"/>
              </a:ext>
            </a:extLst>
          </p:cNvPr>
          <p:cNvSpPr>
            <a:spLocks noGrp="1"/>
          </p:cNvSpPr>
          <p:nvPr>
            <p:ph type="body" sz="quarter" idx="10"/>
          </p:nvPr>
        </p:nvSpPr>
        <p:spPr>
          <a:xfrm>
            <a:off x="5428171" y="2227865"/>
            <a:ext cx="6669658" cy="1923412"/>
          </a:xfrm>
        </p:spPr>
        <p:txBody>
          <a:bodyPr/>
          <a:lstStyle/>
          <a:p>
            <a:pPr lvl="0">
              <a:lnSpc>
                <a:spcPct val="114000"/>
              </a:lnSpc>
              <a:spcBef>
                <a:spcPts val="0"/>
              </a:spcBef>
              <a:buSzTx/>
              <a:defRPr/>
            </a:pPr>
            <a:r>
              <a:rPr lang="en-US" kern="0">
                <a:latin typeface="Segoe UI"/>
                <a:cs typeface="Segoe UI"/>
              </a:rPr>
              <a:t>Discover more free workshops at </a:t>
            </a:r>
            <a:r>
              <a:rPr lang="en-US" kern="0">
                <a:latin typeface="Segoe UI"/>
                <a:cs typeface="Segoe UI"/>
                <a:hlinkClick r:id="rId4"/>
              </a:rPr>
              <a:t>microsoft.com/store/events</a:t>
            </a:r>
            <a:r>
              <a:rPr lang="en-US" kern="0">
                <a:latin typeface="Segoe UI"/>
                <a:cs typeface="Segoe UI"/>
              </a:rPr>
              <a:t>, including programs for students, businesses, and educators.</a:t>
            </a:r>
            <a:endParaRPr lang="en-US" sz="2800">
              <a:latin typeface="Segoe UI"/>
              <a:cs typeface="Segoe UI"/>
            </a:endParaRPr>
          </a:p>
        </p:txBody>
      </p:sp>
    </p:spTree>
    <p:custDataLst>
      <p:tags r:id="rId1"/>
    </p:custDataLst>
    <p:extLst>
      <p:ext uri="{BB962C8B-B14F-4D97-AF65-F5344CB8AC3E}">
        <p14:creationId xmlns:p14="http://schemas.microsoft.com/office/powerpoint/2010/main" val="128963610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C4DE7E-277D-4ED9-BFCB-01F64154BBD8}"/>
              </a:ext>
            </a:extLst>
          </p:cNvPr>
          <p:cNvSpPr txBox="1"/>
          <p:nvPr/>
        </p:nvSpPr>
        <p:spPr>
          <a:xfrm>
            <a:off x="4551873" y="5285117"/>
            <a:ext cx="308825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dirty="0">
                <a:gradFill>
                  <a:gsLst>
                    <a:gs pos="2917">
                      <a:schemeClr val="tx1"/>
                    </a:gs>
                    <a:gs pos="30000">
                      <a:schemeClr val="tx1"/>
                    </a:gs>
                  </a:gsLst>
                  <a:lin ang="5400000" scaled="0"/>
                </a:gradFill>
              </a:rPr>
              <a:t>Thank you!</a:t>
            </a:r>
            <a:endParaRPr lang="en-US" sz="4800" dirty="0">
              <a:cs typeface="Segoe UI"/>
            </a:endParaRPr>
          </a:p>
        </p:txBody>
      </p:sp>
      <p:pic>
        <p:nvPicPr>
          <p:cNvPr id="10" name="Picture Placeholder 9" descr="Graphical user interface of a group of people waving goodbye.  ">
            <a:extLst>
              <a:ext uri="{FF2B5EF4-FFF2-40B4-BE49-F238E27FC236}">
                <a16:creationId xmlns:a16="http://schemas.microsoft.com/office/drawing/2014/main" id="{A3CF9A75-5655-4BF8-B77C-19DA154F280B}"/>
              </a:ext>
            </a:extLst>
          </p:cNvPr>
          <p:cNvPicPr>
            <a:picLocks noGrp="1" noChangeAspect="1"/>
          </p:cNvPicPr>
          <p:nvPr>
            <p:ph type="pic" sz="quarter" idx="11"/>
          </p:nvPr>
        </p:nvPicPr>
        <p:blipFill rotWithShape="1">
          <a:blip r:embed="rId4" cstate="screen">
            <a:extLst>
              <a:ext uri="{28A0092B-C50C-407E-A947-70E740481C1C}">
                <a14:useLocalDpi xmlns:a14="http://schemas.microsoft.com/office/drawing/2010/main"/>
              </a:ext>
            </a:extLst>
          </a:blip>
          <a:srcRect/>
          <a:stretch/>
        </p:blipFill>
        <p:spPr>
          <a:xfrm>
            <a:off x="0" y="0"/>
            <a:ext cx="12192000" cy="4572000"/>
          </a:xfrm>
        </p:spPr>
      </p:pic>
      <p:sp>
        <p:nvSpPr>
          <p:cNvPr id="11" name="Rectangle 10">
            <a:extLst>
              <a:ext uri="{FF2B5EF4-FFF2-40B4-BE49-F238E27FC236}">
                <a16:creationId xmlns:a16="http://schemas.microsoft.com/office/drawing/2014/main" id="{8AFE0120-186E-4483-8E60-79995206814A}"/>
              </a:ext>
            </a:extLst>
          </p:cNvPr>
          <p:cNvSpPr/>
          <p:nvPr/>
        </p:nvSpPr>
        <p:spPr bwMode="auto">
          <a:xfrm>
            <a:off x="2458720" y="21419"/>
            <a:ext cx="7274560" cy="1749887"/>
          </a:xfrm>
          <a:prstGeom prst="rect">
            <a:avLst/>
          </a:prstGeom>
          <a:solidFill>
            <a:srgbClr val="01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119271301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DESIGN_ID_WHITE TEMPLATE" val="nHmqkiuT"/>
  <p:tag name="ARTICULATE_PROJECT_OPEN" val="0"/>
  <p:tag name="ARTICULATE_SLIDE_COUNT" val="1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it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mplate Starter Blue - April 2019.potx" id="{E0B8D684-B527-4878-B904-C1EC5025E6F1}" vid="{2ADA5319-A5E8-46E4-9069-6102E6C77820}"/>
    </a:ext>
  </a:extLst>
</a:theme>
</file>

<file path=ppt/theme/theme2.xml><?xml version="1.0" encoding="utf-8"?>
<a:theme xmlns:a="http://schemas.openxmlformats.org/drawingml/2006/main" name="Light Gray Template">
  <a:themeElements>
    <a:clrScheme name="ST_Blue on White/Lt Gray">
      <a:dk1>
        <a:srgbClr val="000000"/>
      </a:dk1>
      <a:lt1>
        <a:srgbClr val="FFFFFF"/>
      </a:lt1>
      <a:dk2>
        <a:srgbClr val="243A5E"/>
      </a:dk2>
      <a:lt2>
        <a:srgbClr val="E6E6E6"/>
      </a:lt2>
      <a:accent1>
        <a:srgbClr val="0078D4"/>
      </a:accent1>
      <a:accent2>
        <a:srgbClr val="243A5E"/>
      </a:accent2>
      <a:accent3>
        <a:srgbClr val="D83B01"/>
      </a:accent3>
      <a:accent4>
        <a:srgbClr val="107C10"/>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mplate Starter Blue - April 2019.potx" id="{E0B8D684-B527-4878-B904-C1EC5025E6F1}" vid="{39DF3ED7-ED1F-4A73-9126-A5956C60AB66}"/>
    </a:ext>
  </a:extLst>
</a:theme>
</file>

<file path=ppt/theme/theme3.xml><?xml version="1.0" encoding="utf-8"?>
<a:theme xmlns:a="http://schemas.openxmlformats.org/drawingml/2006/main" name="Black Template">
  <a:themeElements>
    <a:clrScheme name="ST_Blue on Black">
      <a:dk1>
        <a:srgbClr val="000000"/>
      </a:dk1>
      <a:lt1>
        <a:srgbClr val="FFFFFF"/>
      </a:lt1>
      <a:dk2>
        <a:srgbClr val="243A5E"/>
      </a:dk2>
      <a:lt2>
        <a:srgbClr val="E6E6E6"/>
      </a:lt2>
      <a:accent1>
        <a:srgbClr val="0078D4"/>
      </a:accent1>
      <a:accent2>
        <a:srgbClr val="50E6FF"/>
      </a:accent2>
      <a:accent3>
        <a:srgbClr val="D83B01"/>
      </a:accent3>
      <a:accent4>
        <a:srgbClr val="9BF00B"/>
      </a:accent4>
      <a:accent5>
        <a:srgbClr val="FFB900"/>
      </a:accent5>
      <a:accent6>
        <a:srgbClr val="E6E6E6"/>
      </a:accent6>
      <a:hlink>
        <a:srgbClr val="50E6FF"/>
      </a:hlink>
      <a:folHlink>
        <a:srgbClr val="50E6FF"/>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mplate Starter Blue - April 2019.potx" id="{E0B8D684-B527-4878-B904-C1EC5025E6F1}" vid="{81E1CCAE-A2AB-42AC-8977-FC896EF58CA9}"/>
    </a:ext>
  </a:extLst>
</a:theme>
</file>

<file path=ppt/theme/theme4.xml><?xml version="1.0" encoding="utf-8"?>
<a:theme xmlns:a="http://schemas.openxmlformats.org/drawingml/2006/main" name="1_White Template">
  <a:themeElements>
    <a:clrScheme name="ST_Blue on White/Lt Gray">
      <a:dk1>
        <a:srgbClr val="000000"/>
      </a:dk1>
      <a:lt1>
        <a:srgbClr val="FFFFFF"/>
      </a:lt1>
      <a:dk2>
        <a:srgbClr val="243A5E"/>
      </a:dk2>
      <a:lt2>
        <a:srgbClr val="E6E6E6"/>
      </a:lt2>
      <a:accent1>
        <a:srgbClr val="0078D4"/>
      </a:accent1>
      <a:accent2>
        <a:srgbClr val="243A5E"/>
      </a:accent2>
      <a:accent3>
        <a:srgbClr val="D83B01"/>
      </a:accent3>
      <a:accent4>
        <a:srgbClr val="107C10"/>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mplate Starter Blue - April 2019.potx" id="{E0B8D684-B527-4878-B904-C1EC5025E6F1}" vid="{2ADA5319-A5E8-46E4-9069-6102E6C7782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ca7dbfaf-ea79-4857-a0fe-d621aacda5d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F03ED832CEB646ACDA5D8BF8DDCA20" ma:contentTypeVersion="11" ma:contentTypeDescription="Create a new document." ma:contentTypeScope="" ma:versionID="8b34b70b97dff634002d4cbc793210d3">
  <xsd:schema xmlns:xsd="http://www.w3.org/2001/XMLSchema" xmlns:xs="http://www.w3.org/2001/XMLSchema" xmlns:p="http://schemas.microsoft.com/office/2006/metadata/properties" xmlns:ns2="ca7dbfaf-ea79-4857-a0fe-d621aacda5d6" xmlns:ns3="b7be6dfc-c5dc-405a-8c56-4da694ce133b" targetNamespace="http://schemas.microsoft.com/office/2006/metadata/properties" ma:root="true" ma:fieldsID="d5dfdc41c7a95b7a061628b3e5254f29" ns2:_="" ns3:_="">
    <xsd:import namespace="ca7dbfaf-ea79-4857-a0fe-d621aacda5d6"/>
    <xsd:import namespace="b7be6dfc-c5dc-405a-8c56-4da694ce133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7dbfaf-ea79-4857-a0fe-d621aacda5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fals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be6dfc-c5dc-405a-8c56-4da694ce13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schemas.openxmlformats.org/package/2006/metadata/core-properties"/>
    <ds:schemaRef ds:uri="http://purl.org/dc/elements/1.1/"/>
    <ds:schemaRef ds:uri="http://purl.org/dc/dcmitype/"/>
    <ds:schemaRef ds:uri="http://schemas.microsoft.com/office/2006/metadata/properties"/>
    <ds:schemaRef ds:uri="http://schemas.microsoft.com/office/infopath/2007/PartnerControls"/>
    <ds:schemaRef ds:uri="http://purl.org/dc/terms/"/>
    <ds:schemaRef ds:uri="c7c1da71-0fa2-4ef2-ae3a-950a0402ebde"/>
    <ds:schemaRef ds:uri="http://schemas.microsoft.com/office/2006/documentManagement/types"/>
    <ds:schemaRef ds:uri="3707a584-1cac-423f-8d97-51321dda770f"/>
    <ds:schemaRef ds:uri="http://www.w3.org/XML/1998/namespace"/>
    <ds:schemaRef ds:uri="ca7dbfaf-ea79-4857-a0fe-d621aacda5d6"/>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6255398-1929-4C74-81F1-435C890BBE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7dbfaf-ea79-4857-a0fe-d621aacda5d6"/>
    <ds:schemaRef ds:uri="b7be6dfc-c5dc-405a-8c56-4da694ce13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Presentation template - Adult - April 2019</Template>
  <TotalTime>2224</TotalTime>
  <Words>3422</Words>
  <Application>Microsoft Office PowerPoint</Application>
  <PresentationFormat>Widescreen</PresentationFormat>
  <Paragraphs>240</Paragraphs>
  <Slides>17</Slides>
  <Notes>17</Notes>
  <HiddenSlides>2</HiddenSlides>
  <MMClips>0</MMClips>
  <ScaleCrop>false</ScaleCrop>
  <HeadingPairs>
    <vt:vector size="4" baseType="variant">
      <vt:variant>
        <vt:lpstr>Theme</vt:lpstr>
      </vt:variant>
      <vt:variant>
        <vt:i4>4</vt:i4>
      </vt:variant>
      <vt:variant>
        <vt:lpstr>Slide Titles</vt:lpstr>
      </vt:variant>
      <vt:variant>
        <vt:i4>17</vt:i4>
      </vt:variant>
    </vt:vector>
  </HeadingPairs>
  <TitlesOfParts>
    <vt:vector size="21" baseType="lpstr">
      <vt:lpstr>White Template</vt:lpstr>
      <vt:lpstr>Light Gray Template</vt:lpstr>
      <vt:lpstr>Black Template</vt:lpstr>
      <vt:lpstr>1_White Template</vt:lpstr>
      <vt:lpstr>Keep me hidden (1 of 2)</vt:lpstr>
      <vt:lpstr>Keep me hidden (2 of 2)</vt:lpstr>
      <vt:lpstr>Introducing Microsoft 365 Features to Support Remote and Hybrid Learning</vt:lpstr>
      <vt:lpstr>Overview</vt:lpstr>
      <vt:lpstr>Learning Objectives</vt:lpstr>
      <vt:lpstr>Applications</vt:lpstr>
      <vt:lpstr>Demonstration</vt:lpstr>
      <vt:lpstr>PowerPoint Expanded</vt:lpstr>
      <vt:lpstr>Demonstration</vt:lpstr>
      <vt:lpstr>Demonstration </vt:lpstr>
      <vt:lpstr>Word Enhanced</vt:lpstr>
      <vt:lpstr>Demonstration</vt:lpstr>
      <vt:lpstr>Microsoft Whiteboard</vt:lpstr>
      <vt:lpstr>OneNote Class Notebook </vt:lpstr>
      <vt:lpstr>Demonstration</vt:lpstr>
      <vt:lpstr>Join us for more</vt:lpstr>
      <vt:lpstr>PowerPoint Presentation</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brand template starter</dc:title>
  <dc:subject>&lt;Event name&gt;</dc:subject>
  <dc:creator>Betsy Barrett</dc:creator>
  <cp:keywords/>
  <dc:description/>
  <cp:lastModifiedBy>Marie G Martin</cp:lastModifiedBy>
  <cp:revision>474</cp:revision>
  <dcterms:created xsi:type="dcterms:W3CDTF">2019-09-20T18:01:54Z</dcterms:created>
  <dcterms:modified xsi:type="dcterms:W3CDTF">2020-10-23T09:41:24Z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0x010100CCF03ED832CEB646ACDA5D8BF8DDCA20</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ArticulateGUID">
    <vt:lpwstr>6E7C6866-A71B-4D1A-BF72-4E7BD5065188</vt:lpwstr>
  </property>
  <property fmtid="{D5CDD505-2E9C-101B-9397-08002B2CF9AE}" pid="21" name="ArticulatePath">
    <vt:lpwstr>https://program11com-my.sharepoint.com/personal/dcmm_program11_com/Documents/Workshop 1 - Presentation</vt:lpwstr>
  </property>
</Properties>
</file>